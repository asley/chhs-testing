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customXml/itemProps2.xml" ContentType="application/vnd.openxmlformats-officedocument.customXmlProperties+xml"/>
  <Override PartName="/customXml/itemProps1.xml" ContentType="application/vnd.openxmlformats-officedocument.customXmlProperties+xml"/>
  <Override PartName="/docProps/app.xml" ContentType="application/vnd.openxmlformats-officedocument.extended-properties+xml"/>
  <Override PartName="/ppt/revisionInfo.xml" ContentType="application/vnd.ms-powerpoint.revisioninfo+xml"/>
  <Override PartName="/docProps/core.xml" ContentType="application/vnd.openxmlformats-package.core-properties+xml"/>
  <Override PartName="/ppt/changesInfos/changesInfo1.xml" ContentType="application/vnd.ms-powerpoint.changesinfo+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90"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239577-49C3-7AC6-EB6C-2A952882130B}" v="17" dt="2024-10-28T02:14:58.016"/>
    <p1510:client id="{1076DBB9-AE9B-AD12-3246-CAB892DF7B87}" v="2" dt="2024-10-28T15:11:55.3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1.xml"/><Relationship Id="rId21" Type="http://schemas.openxmlformats.org/officeDocument/2006/relationships/slide" Target="slides/slide18.xml"/><Relationship Id="rId34" Type="http://schemas.openxmlformats.org/officeDocument/2006/relationships/customXml" Target="../customXml/item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microsoft.com/office/2016/11/relationships/changesInfo" Target="changesInfos/changesInfo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theme" Target="theme/theme1.xml"/><Relationship Id="rId8"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rllie Georges" userId="S::kerlliegeorges_stud.chhs@tciedu.tc::d6a42ae6-e2a7-4679-83f3-45920e8fce4f" providerId="AD" clId="Web-{04239577-49C3-7AC6-EB6C-2A952882130B}"/>
    <pc:docChg chg="modSld addMainMaster delMainMaster">
      <pc:chgData name="Kerllie Georges" userId="S::kerlliegeorges_stud.chhs@tciedu.tc::d6a42ae6-e2a7-4679-83f3-45920e8fce4f" providerId="AD" clId="Web-{04239577-49C3-7AC6-EB6C-2A952882130B}" dt="2024-10-28T02:14:58" v="15"/>
      <pc:docMkLst>
        <pc:docMk/>
      </pc:docMkLst>
      <pc:sldChg chg="modSp mod modClrScheme chgLayout">
        <pc:chgData name="Kerllie Georges" userId="S::kerlliegeorges_stud.chhs@tciedu.tc::d6a42ae6-e2a7-4679-83f3-45920e8fce4f" providerId="AD" clId="Web-{04239577-49C3-7AC6-EB6C-2A952882130B}" dt="2024-10-28T02:14:58" v="15"/>
        <pc:sldMkLst>
          <pc:docMk/>
          <pc:sldMk cId="109857222" sldId="256"/>
        </pc:sldMkLst>
        <pc:spChg chg="mod ord">
          <ac:chgData name="Kerllie Georges" userId="S::kerlliegeorges_stud.chhs@tciedu.tc::d6a42ae6-e2a7-4679-83f3-45920e8fce4f" providerId="AD" clId="Web-{04239577-49C3-7AC6-EB6C-2A952882130B}" dt="2024-10-28T02:14:58" v="15"/>
          <ac:spMkLst>
            <pc:docMk/>
            <pc:sldMk cId="109857222" sldId="256"/>
            <ac:spMk id="2" creationId="{00000000-0000-0000-0000-000000000000}"/>
          </ac:spMkLst>
        </pc:spChg>
        <pc:spChg chg="mod ord">
          <ac:chgData name="Kerllie Georges" userId="S::kerlliegeorges_stud.chhs@tciedu.tc::d6a42ae6-e2a7-4679-83f3-45920e8fce4f" providerId="AD" clId="Web-{04239577-49C3-7AC6-EB6C-2A952882130B}" dt="2024-10-28T02:14:58" v="15"/>
          <ac:spMkLst>
            <pc:docMk/>
            <pc:sldMk cId="109857222" sldId="256"/>
            <ac:spMk id="3" creationId="{00000000-0000-0000-0000-000000000000}"/>
          </ac:spMkLst>
        </pc:spChg>
      </pc:sldChg>
      <pc:sldChg chg="modSp mod modClrScheme chgLayout">
        <pc:chgData name="Kerllie Georges" userId="S::kerlliegeorges_stud.chhs@tciedu.tc::d6a42ae6-e2a7-4679-83f3-45920e8fce4f" providerId="AD" clId="Web-{04239577-49C3-7AC6-EB6C-2A952882130B}" dt="2024-10-28T02:14:58" v="15"/>
        <pc:sldMkLst>
          <pc:docMk/>
          <pc:sldMk cId="1923964066" sldId="257"/>
        </pc:sldMkLst>
        <pc:spChg chg="mod ord">
          <ac:chgData name="Kerllie Georges" userId="S::kerlliegeorges_stud.chhs@tciedu.tc::d6a42ae6-e2a7-4679-83f3-45920e8fce4f" providerId="AD" clId="Web-{04239577-49C3-7AC6-EB6C-2A952882130B}" dt="2024-10-28T02:14:58" v="15"/>
          <ac:spMkLst>
            <pc:docMk/>
            <pc:sldMk cId="1923964066" sldId="257"/>
            <ac:spMk id="2" creationId="{5F14C676-C464-F5F1-E07B-A9F4B7D855B4}"/>
          </ac:spMkLst>
        </pc:spChg>
        <pc:spChg chg="mod ord">
          <ac:chgData name="Kerllie Georges" userId="S::kerlliegeorges_stud.chhs@tciedu.tc::d6a42ae6-e2a7-4679-83f3-45920e8fce4f" providerId="AD" clId="Web-{04239577-49C3-7AC6-EB6C-2A952882130B}" dt="2024-10-28T02:14:58" v="15"/>
          <ac:spMkLst>
            <pc:docMk/>
            <pc:sldMk cId="1923964066" sldId="257"/>
            <ac:spMk id="8" creationId="{7E10D1A9-1547-CB7D-3859-081D7FF056D4}"/>
          </ac:spMkLst>
        </pc:spChg>
        <pc:picChg chg="mod">
          <ac:chgData name="Kerllie Georges" userId="S::kerlliegeorges_stud.chhs@tciedu.tc::d6a42ae6-e2a7-4679-83f3-45920e8fce4f" providerId="AD" clId="Web-{04239577-49C3-7AC6-EB6C-2A952882130B}" dt="2024-10-28T02:09:27.914" v="3" actId="1076"/>
          <ac:picMkLst>
            <pc:docMk/>
            <pc:sldMk cId="1923964066" sldId="257"/>
            <ac:picMk id="4" creationId="{267AF2F6-203C-9058-2C1B-111C990E490D}"/>
          </ac:picMkLst>
        </pc:picChg>
      </pc:sldChg>
      <pc:sldChg chg="modSp mod modClrScheme chgLayout">
        <pc:chgData name="Kerllie Georges" userId="S::kerlliegeorges_stud.chhs@tciedu.tc::d6a42ae6-e2a7-4679-83f3-45920e8fce4f" providerId="AD" clId="Web-{04239577-49C3-7AC6-EB6C-2A952882130B}" dt="2024-10-28T02:14:58" v="15"/>
        <pc:sldMkLst>
          <pc:docMk/>
          <pc:sldMk cId="1523577326" sldId="258"/>
        </pc:sldMkLst>
        <pc:spChg chg="mod ord">
          <ac:chgData name="Kerllie Georges" userId="S::kerlliegeorges_stud.chhs@tciedu.tc::d6a42ae6-e2a7-4679-83f3-45920e8fce4f" providerId="AD" clId="Web-{04239577-49C3-7AC6-EB6C-2A952882130B}" dt="2024-10-28T02:14:58" v="15"/>
          <ac:spMkLst>
            <pc:docMk/>
            <pc:sldMk cId="1523577326" sldId="258"/>
            <ac:spMk id="2" creationId="{A2B5E943-316D-170A-C49A-FD1FC626031C}"/>
          </ac:spMkLst>
        </pc:spChg>
        <pc:spChg chg="mod ord">
          <ac:chgData name="Kerllie Georges" userId="S::kerlliegeorges_stud.chhs@tciedu.tc::d6a42ae6-e2a7-4679-83f3-45920e8fce4f" providerId="AD" clId="Web-{04239577-49C3-7AC6-EB6C-2A952882130B}" dt="2024-10-28T02:14:58" v="15"/>
          <ac:spMkLst>
            <pc:docMk/>
            <pc:sldMk cId="1523577326" sldId="258"/>
            <ac:spMk id="8" creationId="{5D325BE5-79F0-13CD-5180-4ADB6842BA19}"/>
          </ac:spMkLst>
        </pc:spChg>
      </pc:sldChg>
      <pc:sldChg chg="modSp mod modClrScheme chgLayout">
        <pc:chgData name="Kerllie Georges" userId="S::kerlliegeorges_stud.chhs@tciedu.tc::d6a42ae6-e2a7-4679-83f3-45920e8fce4f" providerId="AD" clId="Web-{04239577-49C3-7AC6-EB6C-2A952882130B}" dt="2024-10-28T02:14:58" v="15"/>
        <pc:sldMkLst>
          <pc:docMk/>
          <pc:sldMk cId="2468308415" sldId="259"/>
        </pc:sldMkLst>
        <pc:spChg chg="mod ord">
          <ac:chgData name="Kerllie Georges" userId="S::kerlliegeorges_stud.chhs@tciedu.tc::d6a42ae6-e2a7-4679-83f3-45920e8fce4f" providerId="AD" clId="Web-{04239577-49C3-7AC6-EB6C-2A952882130B}" dt="2024-10-28T02:14:58" v="15"/>
          <ac:spMkLst>
            <pc:docMk/>
            <pc:sldMk cId="2468308415" sldId="259"/>
            <ac:spMk id="2" creationId="{431C9C26-077C-2DAB-0277-EFBA702D047C}"/>
          </ac:spMkLst>
        </pc:spChg>
        <pc:spChg chg="mod ord">
          <ac:chgData name="Kerllie Georges" userId="S::kerlliegeorges_stud.chhs@tciedu.tc::d6a42ae6-e2a7-4679-83f3-45920e8fce4f" providerId="AD" clId="Web-{04239577-49C3-7AC6-EB6C-2A952882130B}" dt="2024-10-28T02:14:58" v="15"/>
          <ac:spMkLst>
            <pc:docMk/>
            <pc:sldMk cId="2468308415" sldId="259"/>
            <ac:spMk id="3" creationId="{D41B6FB7-5FD9-B1DE-A2FC-0E5C6CB605CB}"/>
          </ac:spMkLst>
        </pc:spChg>
      </pc:sldChg>
      <pc:sldChg chg="modSp mod modClrScheme chgLayout">
        <pc:chgData name="Kerllie Georges" userId="S::kerlliegeorges_stud.chhs@tciedu.tc::d6a42ae6-e2a7-4679-83f3-45920e8fce4f" providerId="AD" clId="Web-{04239577-49C3-7AC6-EB6C-2A952882130B}" dt="2024-10-28T02:14:58" v="15"/>
        <pc:sldMkLst>
          <pc:docMk/>
          <pc:sldMk cId="2085138948" sldId="260"/>
        </pc:sldMkLst>
        <pc:spChg chg="mod ord">
          <ac:chgData name="Kerllie Georges" userId="S::kerlliegeorges_stud.chhs@tciedu.tc::d6a42ae6-e2a7-4679-83f3-45920e8fce4f" providerId="AD" clId="Web-{04239577-49C3-7AC6-EB6C-2A952882130B}" dt="2024-10-28T02:14:58" v="15"/>
          <ac:spMkLst>
            <pc:docMk/>
            <pc:sldMk cId="2085138948" sldId="260"/>
            <ac:spMk id="2" creationId="{0D205610-BA09-3FF5-CE8F-53DA81F29383}"/>
          </ac:spMkLst>
        </pc:spChg>
        <pc:spChg chg="mod ord">
          <ac:chgData name="Kerllie Georges" userId="S::kerlliegeorges_stud.chhs@tciedu.tc::d6a42ae6-e2a7-4679-83f3-45920e8fce4f" providerId="AD" clId="Web-{04239577-49C3-7AC6-EB6C-2A952882130B}" dt="2024-10-28T02:14:58" v="15"/>
          <ac:spMkLst>
            <pc:docMk/>
            <pc:sldMk cId="2085138948" sldId="260"/>
            <ac:spMk id="21" creationId="{0C41E9A0-6320-A4DD-81F4-654662E4CA32}"/>
          </ac:spMkLst>
        </pc:spChg>
      </pc:sldChg>
      <pc:sldChg chg="modSp mod modClrScheme chgLayout">
        <pc:chgData name="Kerllie Georges" userId="S::kerlliegeorges_stud.chhs@tciedu.tc::d6a42ae6-e2a7-4679-83f3-45920e8fce4f" providerId="AD" clId="Web-{04239577-49C3-7AC6-EB6C-2A952882130B}" dt="2024-10-28T02:14:58" v="15"/>
        <pc:sldMkLst>
          <pc:docMk/>
          <pc:sldMk cId="2112847814" sldId="261"/>
        </pc:sldMkLst>
        <pc:spChg chg="mod ord">
          <ac:chgData name="Kerllie Georges" userId="S::kerlliegeorges_stud.chhs@tciedu.tc::d6a42ae6-e2a7-4679-83f3-45920e8fce4f" providerId="AD" clId="Web-{04239577-49C3-7AC6-EB6C-2A952882130B}" dt="2024-10-28T02:14:58" v="15"/>
          <ac:spMkLst>
            <pc:docMk/>
            <pc:sldMk cId="2112847814" sldId="261"/>
            <ac:spMk id="2" creationId="{E3F91DDD-2099-0427-CB12-2043F55B8126}"/>
          </ac:spMkLst>
        </pc:spChg>
        <pc:spChg chg="mod ord">
          <ac:chgData name="Kerllie Georges" userId="S::kerlliegeorges_stud.chhs@tciedu.tc::d6a42ae6-e2a7-4679-83f3-45920e8fce4f" providerId="AD" clId="Web-{04239577-49C3-7AC6-EB6C-2A952882130B}" dt="2024-10-28T02:14:58" v="15"/>
          <ac:spMkLst>
            <pc:docMk/>
            <pc:sldMk cId="2112847814" sldId="261"/>
            <ac:spMk id="20" creationId="{55FFF374-8EF0-BA4E-7A44-24647DF7A379}"/>
          </ac:spMkLst>
        </pc:spChg>
      </pc:sldChg>
      <pc:sldChg chg="modSp mod modClrScheme chgLayout">
        <pc:chgData name="Kerllie Georges" userId="S::kerlliegeorges_stud.chhs@tciedu.tc::d6a42ae6-e2a7-4679-83f3-45920e8fce4f" providerId="AD" clId="Web-{04239577-49C3-7AC6-EB6C-2A952882130B}" dt="2024-10-28T02:14:58" v="15"/>
        <pc:sldMkLst>
          <pc:docMk/>
          <pc:sldMk cId="2421680780" sldId="262"/>
        </pc:sldMkLst>
        <pc:spChg chg="mod ord">
          <ac:chgData name="Kerllie Georges" userId="S::kerlliegeorges_stud.chhs@tciedu.tc::d6a42ae6-e2a7-4679-83f3-45920e8fce4f" providerId="AD" clId="Web-{04239577-49C3-7AC6-EB6C-2A952882130B}" dt="2024-10-28T02:14:58" v="15"/>
          <ac:spMkLst>
            <pc:docMk/>
            <pc:sldMk cId="2421680780" sldId="262"/>
            <ac:spMk id="2" creationId="{7DA032F7-D069-72D9-1564-3A4F805E2FAA}"/>
          </ac:spMkLst>
        </pc:spChg>
        <pc:spChg chg="mod ord">
          <ac:chgData name="Kerllie Georges" userId="S::kerlliegeorges_stud.chhs@tciedu.tc::d6a42ae6-e2a7-4679-83f3-45920e8fce4f" providerId="AD" clId="Web-{04239577-49C3-7AC6-EB6C-2A952882130B}" dt="2024-10-28T02:14:58" v="15"/>
          <ac:spMkLst>
            <pc:docMk/>
            <pc:sldMk cId="2421680780" sldId="262"/>
            <ac:spMk id="8" creationId="{7E32A73B-1850-B849-EF9F-9D2874E23158}"/>
          </ac:spMkLst>
        </pc:spChg>
      </pc:sldChg>
      <pc:sldChg chg="modSp mod modClrScheme chgLayout">
        <pc:chgData name="Kerllie Georges" userId="S::kerlliegeorges_stud.chhs@tciedu.tc::d6a42ae6-e2a7-4679-83f3-45920e8fce4f" providerId="AD" clId="Web-{04239577-49C3-7AC6-EB6C-2A952882130B}" dt="2024-10-28T02:14:58" v="15"/>
        <pc:sldMkLst>
          <pc:docMk/>
          <pc:sldMk cId="1968102924" sldId="263"/>
        </pc:sldMkLst>
        <pc:spChg chg="mod ord">
          <ac:chgData name="Kerllie Georges" userId="S::kerlliegeorges_stud.chhs@tciedu.tc::d6a42ae6-e2a7-4679-83f3-45920e8fce4f" providerId="AD" clId="Web-{04239577-49C3-7AC6-EB6C-2A952882130B}" dt="2024-10-28T02:14:58" v="15"/>
          <ac:spMkLst>
            <pc:docMk/>
            <pc:sldMk cId="1968102924" sldId="263"/>
            <ac:spMk id="2" creationId="{ABA98CD2-D153-EAE9-B361-91E428C1DD54}"/>
          </ac:spMkLst>
        </pc:spChg>
        <pc:spChg chg="mod ord">
          <ac:chgData name="Kerllie Georges" userId="S::kerlliegeorges_stud.chhs@tciedu.tc::d6a42ae6-e2a7-4679-83f3-45920e8fce4f" providerId="AD" clId="Web-{04239577-49C3-7AC6-EB6C-2A952882130B}" dt="2024-10-28T02:14:58" v="15"/>
          <ac:spMkLst>
            <pc:docMk/>
            <pc:sldMk cId="1968102924" sldId="263"/>
            <ac:spMk id="35" creationId="{15FB3B25-26C6-01E7-1588-D3EEE5D04E3F}"/>
          </ac:spMkLst>
        </pc:spChg>
      </pc:sldChg>
      <pc:sldChg chg="delSp modSp mod modClrScheme delDesignElem chgLayout">
        <pc:chgData name="Kerllie Georges" userId="S::kerlliegeorges_stud.chhs@tciedu.tc::d6a42ae6-e2a7-4679-83f3-45920e8fce4f" providerId="AD" clId="Web-{04239577-49C3-7AC6-EB6C-2A952882130B}" dt="2024-10-28T02:14:58" v="15"/>
        <pc:sldMkLst>
          <pc:docMk/>
          <pc:sldMk cId="4033909075" sldId="264"/>
        </pc:sldMkLst>
        <pc:spChg chg="mod ord">
          <ac:chgData name="Kerllie Georges" userId="S::kerlliegeorges_stud.chhs@tciedu.tc::d6a42ae6-e2a7-4679-83f3-45920e8fce4f" providerId="AD" clId="Web-{04239577-49C3-7AC6-EB6C-2A952882130B}" dt="2024-10-28T02:14:58" v="15"/>
          <ac:spMkLst>
            <pc:docMk/>
            <pc:sldMk cId="4033909075" sldId="264"/>
            <ac:spMk id="2" creationId="{1E8186CD-D8FA-020A-656B-89F09CDCFF4B}"/>
          </ac:spMkLst>
        </pc:spChg>
        <pc:spChg chg="del">
          <ac:chgData name="Kerllie Georges" userId="S::kerlliegeorges_stud.chhs@tciedu.tc::d6a42ae6-e2a7-4679-83f3-45920e8fce4f" providerId="AD" clId="Web-{04239577-49C3-7AC6-EB6C-2A952882130B}" dt="2024-10-28T02:08:46.569" v="0"/>
          <ac:spMkLst>
            <pc:docMk/>
            <pc:sldMk cId="4033909075" sldId="264"/>
            <ac:spMk id="9" creationId="{B32F73EB-B46F-4F77-B3DC-7C374906F3B4}"/>
          </ac:spMkLst>
        </pc:spChg>
        <pc:spChg chg="del">
          <ac:chgData name="Kerllie Georges" userId="S::kerlliegeorges_stud.chhs@tciedu.tc::d6a42ae6-e2a7-4679-83f3-45920e8fce4f" providerId="AD" clId="Web-{04239577-49C3-7AC6-EB6C-2A952882130B}" dt="2024-10-28T02:08:46.569" v="0"/>
          <ac:spMkLst>
            <pc:docMk/>
            <pc:sldMk cId="4033909075" sldId="264"/>
            <ac:spMk id="11" creationId="{ADDB10B3-CF45-4294-8994-0E8AD1FC6ECB}"/>
          </ac:spMkLst>
        </pc:spChg>
        <pc:spChg chg="del">
          <ac:chgData name="Kerllie Georges" userId="S::kerlliegeorges_stud.chhs@tciedu.tc::d6a42ae6-e2a7-4679-83f3-45920e8fce4f" providerId="AD" clId="Web-{04239577-49C3-7AC6-EB6C-2A952882130B}" dt="2024-10-28T02:08:46.569" v="0"/>
          <ac:spMkLst>
            <pc:docMk/>
            <pc:sldMk cId="4033909075" sldId="264"/>
            <ac:spMk id="13" creationId="{5145417F-1D1B-48A7-B4DA-BAD73B02C815}"/>
          </ac:spMkLst>
        </pc:spChg>
        <pc:spChg chg="del">
          <ac:chgData name="Kerllie Georges" userId="S::kerlliegeorges_stud.chhs@tciedu.tc::d6a42ae6-e2a7-4679-83f3-45920e8fce4f" providerId="AD" clId="Web-{04239577-49C3-7AC6-EB6C-2A952882130B}" dt="2024-10-28T02:08:46.569" v="0"/>
          <ac:spMkLst>
            <pc:docMk/>
            <pc:sldMk cId="4033909075" sldId="264"/>
            <ac:spMk id="15" creationId="{13CF9D9F-1672-4D0C-934E-CD9EE1BE54BA}"/>
          </ac:spMkLst>
        </pc:spChg>
        <pc:spChg chg="del">
          <ac:chgData name="Kerllie Georges" userId="S::kerlliegeorges_stud.chhs@tciedu.tc::d6a42ae6-e2a7-4679-83f3-45920e8fce4f" providerId="AD" clId="Web-{04239577-49C3-7AC6-EB6C-2A952882130B}" dt="2024-10-28T02:08:46.569" v="0"/>
          <ac:spMkLst>
            <pc:docMk/>
            <pc:sldMk cId="4033909075" sldId="264"/>
            <ac:spMk id="21" creationId="{B66F8A2C-B8CF-4B20-9A73-2ADCF6302755}"/>
          </ac:spMkLst>
        </pc:spChg>
        <pc:spChg chg="del">
          <ac:chgData name="Kerllie Georges" userId="S::kerlliegeorges_stud.chhs@tciedu.tc::d6a42ae6-e2a7-4679-83f3-45920e8fce4f" providerId="AD" clId="Web-{04239577-49C3-7AC6-EB6C-2A952882130B}" dt="2024-10-28T02:08:46.569" v="0"/>
          <ac:spMkLst>
            <pc:docMk/>
            <pc:sldMk cId="4033909075" sldId="264"/>
            <ac:spMk id="23" creationId="{180C23B1-7427-4DF4-BFF1-60CD7E93BC5F}"/>
          </ac:spMkLst>
        </pc:spChg>
        <pc:spChg chg="del">
          <ac:chgData name="Kerllie Georges" userId="S::kerlliegeorges_stud.chhs@tciedu.tc::d6a42ae6-e2a7-4679-83f3-45920e8fce4f" providerId="AD" clId="Web-{04239577-49C3-7AC6-EB6C-2A952882130B}" dt="2024-10-28T02:08:46.569" v="0"/>
          <ac:spMkLst>
            <pc:docMk/>
            <pc:sldMk cId="4033909075" sldId="264"/>
            <ac:spMk id="25" creationId="{B5DD78E9-DE0D-47AF-A0DB-F475221E3DC7}"/>
          </ac:spMkLst>
        </pc:spChg>
        <pc:spChg chg="del">
          <ac:chgData name="Kerllie Georges" userId="S::kerlliegeorges_stud.chhs@tciedu.tc::d6a42ae6-e2a7-4679-83f3-45920e8fce4f" providerId="AD" clId="Web-{04239577-49C3-7AC6-EB6C-2A952882130B}" dt="2024-10-28T02:08:46.569" v="0"/>
          <ac:spMkLst>
            <pc:docMk/>
            <pc:sldMk cId="4033909075" sldId="264"/>
            <ac:spMk id="28" creationId="{A118D329-2010-4A15-B57C-429FFAE35B11}"/>
          </ac:spMkLst>
        </pc:spChg>
        <pc:grpChg chg="del">
          <ac:chgData name="Kerllie Georges" userId="S::kerlliegeorges_stud.chhs@tciedu.tc::d6a42ae6-e2a7-4679-83f3-45920e8fce4f" providerId="AD" clId="Web-{04239577-49C3-7AC6-EB6C-2A952882130B}" dt="2024-10-28T02:08:46.569" v="0"/>
          <ac:grpSpMkLst>
            <pc:docMk/>
            <pc:sldMk cId="4033909075" sldId="264"/>
            <ac:grpSpMk id="17" creationId="{1558C702-CA14-4264-B8FC-A5120F75DE0A}"/>
          </ac:grpSpMkLst>
        </pc:grpChg>
        <pc:cxnChg chg="del">
          <ac:chgData name="Kerllie Georges" userId="S::kerlliegeorges_stud.chhs@tciedu.tc::d6a42ae6-e2a7-4679-83f3-45920e8fce4f" providerId="AD" clId="Web-{04239577-49C3-7AC6-EB6C-2A952882130B}" dt="2024-10-28T02:08:46.569" v="0"/>
          <ac:cxnSpMkLst>
            <pc:docMk/>
            <pc:sldMk cId="4033909075" sldId="264"/>
            <ac:cxnSpMk id="30" creationId="{994262BC-EE98-4BD6-82DB-4955E8DCC290}"/>
          </ac:cxnSpMkLst>
        </pc:cxnChg>
      </pc:sldChg>
      <pc:sldChg chg="modSp mod modClrScheme chgLayout">
        <pc:chgData name="Kerllie Georges" userId="S::kerlliegeorges_stud.chhs@tciedu.tc::d6a42ae6-e2a7-4679-83f3-45920e8fce4f" providerId="AD" clId="Web-{04239577-49C3-7AC6-EB6C-2A952882130B}" dt="2024-10-28T02:14:58" v="15"/>
        <pc:sldMkLst>
          <pc:docMk/>
          <pc:sldMk cId="2322480444" sldId="265"/>
        </pc:sldMkLst>
        <pc:spChg chg="mod ord">
          <ac:chgData name="Kerllie Georges" userId="S::kerlliegeorges_stud.chhs@tciedu.tc::d6a42ae6-e2a7-4679-83f3-45920e8fce4f" providerId="AD" clId="Web-{04239577-49C3-7AC6-EB6C-2A952882130B}" dt="2024-10-28T02:14:58" v="15"/>
          <ac:spMkLst>
            <pc:docMk/>
            <pc:sldMk cId="2322480444" sldId="265"/>
            <ac:spMk id="2" creationId="{3685D7F2-6A87-1390-5C62-BB4F30F3AF5D}"/>
          </ac:spMkLst>
        </pc:spChg>
        <pc:picChg chg="mod ord">
          <ac:chgData name="Kerllie Georges" userId="S::kerlliegeorges_stud.chhs@tciedu.tc::d6a42ae6-e2a7-4679-83f3-45920e8fce4f" providerId="AD" clId="Web-{04239577-49C3-7AC6-EB6C-2A952882130B}" dt="2024-10-28T02:14:58" v="15"/>
          <ac:picMkLst>
            <pc:docMk/>
            <pc:sldMk cId="2322480444" sldId="265"/>
            <ac:picMk id="4" creationId="{AD1390ED-50A4-4B13-D4EF-8577E6EB8A9F}"/>
          </ac:picMkLst>
        </pc:picChg>
      </pc:sldChg>
      <pc:sldChg chg="delSp modSp mod modClrScheme delDesignElem chgLayout">
        <pc:chgData name="Kerllie Georges" userId="S::kerlliegeorges_stud.chhs@tciedu.tc::d6a42ae6-e2a7-4679-83f3-45920e8fce4f" providerId="AD" clId="Web-{04239577-49C3-7AC6-EB6C-2A952882130B}" dt="2024-10-28T02:14:58" v="15"/>
        <pc:sldMkLst>
          <pc:docMk/>
          <pc:sldMk cId="2692816856" sldId="266"/>
        </pc:sldMkLst>
        <pc:spChg chg="mod ord">
          <ac:chgData name="Kerllie Georges" userId="S::kerlliegeorges_stud.chhs@tciedu.tc::d6a42ae6-e2a7-4679-83f3-45920e8fce4f" providerId="AD" clId="Web-{04239577-49C3-7AC6-EB6C-2A952882130B}" dt="2024-10-28T02:14:58" v="15"/>
          <ac:spMkLst>
            <pc:docMk/>
            <pc:sldMk cId="2692816856" sldId="266"/>
            <ac:spMk id="2" creationId="{3FFCA1E5-401F-5D5E-670D-3D043239FA4B}"/>
          </ac:spMkLst>
        </pc:spChg>
        <pc:spChg chg="mod ord">
          <ac:chgData name="Kerllie Georges" userId="S::kerlliegeorges_stud.chhs@tciedu.tc::d6a42ae6-e2a7-4679-83f3-45920e8fce4f" providerId="AD" clId="Web-{04239577-49C3-7AC6-EB6C-2A952882130B}" dt="2024-10-28T02:14:58" v="15"/>
          <ac:spMkLst>
            <pc:docMk/>
            <pc:sldMk cId="2692816856" sldId="266"/>
            <ac:spMk id="3" creationId="{8870051E-1659-2613-5750-11128B4F6032}"/>
          </ac:spMkLst>
        </pc:spChg>
        <pc:spChg chg="del">
          <ac:chgData name="Kerllie Georges" userId="S::kerlliegeorges_stud.chhs@tciedu.tc::d6a42ae6-e2a7-4679-83f3-45920e8fce4f" providerId="AD" clId="Web-{04239577-49C3-7AC6-EB6C-2A952882130B}" dt="2024-10-28T02:08:46.569" v="0"/>
          <ac:spMkLst>
            <pc:docMk/>
            <pc:sldMk cId="2692816856" sldId="266"/>
            <ac:spMk id="13" creationId="{6FC9FCC7-29B1-433A-AC58-FEAE48D84C05}"/>
          </ac:spMkLst>
        </pc:spChg>
        <pc:spChg chg="del">
          <ac:chgData name="Kerllie Georges" userId="S::kerlliegeorges_stud.chhs@tciedu.tc::d6a42ae6-e2a7-4679-83f3-45920e8fce4f" providerId="AD" clId="Web-{04239577-49C3-7AC6-EB6C-2A952882130B}" dt="2024-10-28T02:08:46.569" v="0"/>
          <ac:spMkLst>
            <pc:docMk/>
            <pc:sldMk cId="2692816856" sldId="266"/>
            <ac:spMk id="14" creationId="{4E1605C1-ED2D-4AAA-BD9C-24B82055FCC4}"/>
          </ac:spMkLst>
        </pc:spChg>
        <pc:spChg chg="del">
          <ac:chgData name="Kerllie Georges" userId="S::kerlliegeorges_stud.chhs@tciedu.tc::d6a42ae6-e2a7-4679-83f3-45920e8fce4f" providerId="AD" clId="Web-{04239577-49C3-7AC6-EB6C-2A952882130B}" dt="2024-10-28T02:08:46.569" v="0"/>
          <ac:spMkLst>
            <pc:docMk/>
            <pc:sldMk cId="2692816856" sldId="266"/>
            <ac:spMk id="15" creationId="{E8DFA4F8-B856-483B-85AE-5CDF5A5F13F0}"/>
          </ac:spMkLst>
        </pc:spChg>
      </pc:sldChg>
      <pc:sldChg chg="delSp modSp mod modClrScheme delDesignElem chgLayout">
        <pc:chgData name="Kerllie Georges" userId="S::kerlliegeorges_stud.chhs@tciedu.tc::d6a42ae6-e2a7-4679-83f3-45920e8fce4f" providerId="AD" clId="Web-{04239577-49C3-7AC6-EB6C-2A952882130B}" dt="2024-10-28T02:14:58" v="15"/>
        <pc:sldMkLst>
          <pc:docMk/>
          <pc:sldMk cId="2691438791" sldId="267"/>
        </pc:sldMkLst>
        <pc:spChg chg="mod ord">
          <ac:chgData name="Kerllie Georges" userId="S::kerlliegeorges_stud.chhs@tciedu.tc::d6a42ae6-e2a7-4679-83f3-45920e8fce4f" providerId="AD" clId="Web-{04239577-49C3-7AC6-EB6C-2A952882130B}" dt="2024-10-28T02:14:58" v="15"/>
          <ac:spMkLst>
            <pc:docMk/>
            <pc:sldMk cId="2691438791" sldId="267"/>
            <ac:spMk id="2" creationId="{62CC137B-FEE3-5813-005A-A6DF98ABAE16}"/>
          </ac:spMkLst>
        </pc:spChg>
        <pc:spChg chg="mod ord">
          <ac:chgData name="Kerllie Georges" userId="S::kerlliegeorges_stud.chhs@tciedu.tc::d6a42ae6-e2a7-4679-83f3-45920e8fce4f" providerId="AD" clId="Web-{04239577-49C3-7AC6-EB6C-2A952882130B}" dt="2024-10-28T02:14:58" v="15"/>
          <ac:spMkLst>
            <pc:docMk/>
            <pc:sldMk cId="2691438791" sldId="267"/>
            <ac:spMk id="3" creationId="{C949C470-8F74-3713-BC84-E91402C61C5B}"/>
          </ac:spMkLst>
        </pc:spChg>
        <pc:spChg chg="del">
          <ac:chgData name="Kerllie Georges" userId="S::kerlliegeorges_stud.chhs@tciedu.tc::d6a42ae6-e2a7-4679-83f3-45920e8fce4f" providerId="AD" clId="Web-{04239577-49C3-7AC6-EB6C-2A952882130B}" dt="2024-10-28T02:08:46.569" v="0"/>
          <ac:spMkLst>
            <pc:docMk/>
            <pc:sldMk cId="2691438791" sldId="267"/>
            <ac:spMk id="13" creationId="{43047B46-4F2F-4746-8B82-B30EAAAE033A}"/>
          </ac:spMkLst>
        </pc:spChg>
        <pc:spChg chg="del">
          <ac:chgData name="Kerllie Georges" userId="S::kerlliegeorges_stud.chhs@tciedu.tc::d6a42ae6-e2a7-4679-83f3-45920e8fce4f" providerId="AD" clId="Web-{04239577-49C3-7AC6-EB6C-2A952882130B}" dt="2024-10-28T02:08:46.569" v="0"/>
          <ac:spMkLst>
            <pc:docMk/>
            <pc:sldMk cId="2691438791" sldId="267"/>
            <ac:spMk id="14" creationId="{A54E8A8E-D194-4D55-92A3-6B0799722E66}"/>
          </ac:spMkLst>
        </pc:spChg>
      </pc:sldChg>
      <pc:sldChg chg="delSp modSp mod modClrScheme delDesignElem chgLayout">
        <pc:chgData name="Kerllie Georges" userId="S::kerlliegeorges_stud.chhs@tciedu.tc::d6a42ae6-e2a7-4679-83f3-45920e8fce4f" providerId="AD" clId="Web-{04239577-49C3-7AC6-EB6C-2A952882130B}" dt="2024-10-28T02:14:58" v="15"/>
        <pc:sldMkLst>
          <pc:docMk/>
          <pc:sldMk cId="3857414502" sldId="268"/>
        </pc:sldMkLst>
        <pc:spChg chg="mod ord">
          <ac:chgData name="Kerllie Georges" userId="S::kerlliegeorges_stud.chhs@tciedu.tc::d6a42ae6-e2a7-4679-83f3-45920e8fce4f" providerId="AD" clId="Web-{04239577-49C3-7AC6-EB6C-2A952882130B}" dt="2024-10-28T02:14:58" v="15"/>
          <ac:spMkLst>
            <pc:docMk/>
            <pc:sldMk cId="3857414502" sldId="268"/>
            <ac:spMk id="2" creationId="{BA81A952-C91F-2CEF-EDCF-3AFA0638D86F}"/>
          </ac:spMkLst>
        </pc:spChg>
        <pc:spChg chg="mod ord">
          <ac:chgData name="Kerllie Georges" userId="S::kerlliegeorges_stud.chhs@tciedu.tc::d6a42ae6-e2a7-4679-83f3-45920e8fce4f" providerId="AD" clId="Web-{04239577-49C3-7AC6-EB6C-2A952882130B}" dt="2024-10-28T02:14:58" v="15"/>
          <ac:spMkLst>
            <pc:docMk/>
            <pc:sldMk cId="3857414502" sldId="268"/>
            <ac:spMk id="3" creationId="{644274D9-7DD3-EF39-3F92-493E045A3CD2}"/>
          </ac:spMkLst>
        </pc:spChg>
        <pc:spChg chg="del">
          <ac:chgData name="Kerllie Georges" userId="S::kerlliegeorges_stud.chhs@tciedu.tc::d6a42ae6-e2a7-4679-83f3-45920e8fce4f" providerId="AD" clId="Web-{04239577-49C3-7AC6-EB6C-2A952882130B}" dt="2024-10-28T02:08:46.569" v="0"/>
          <ac:spMkLst>
            <pc:docMk/>
            <pc:sldMk cId="3857414502" sldId="268"/>
            <ac:spMk id="9" creationId="{CD000060-D06D-4A48-BD8E-978966CCA797}"/>
          </ac:spMkLst>
        </pc:spChg>
        <pc:spChg chg="del">
          <ac:chgData name="Kerllie Georges" userId="S::kerlliegeorges_stud.chhs@tciedu.tc::d6a42ae6-e2a7-4679-83f3-45920e8fce4f" providerId="AD" clId="Web-{04239577-49C3-7AC6-EB6C-2A952882130B}" dt="2024-10-28T02:08:46.569" v="0"/>
          <ac:spMkLst>
            <pc:docMk/>
            <pc:sldMk cId="3857414502" sldId="268"/>
            <ac:spMk id="11" creationId="{DE4E5113-B3D0-40F8-9F39-B2C2BF92AE31}"/>
          </ac:spMkLst>
        </pc:spChg>
      </pc:sldChg>
      <pc:sldChg chg="delSp modSp mod modClrScheme delDesignElem chgLayout">
        <pc:chgData name="Kerllie Georges" userId="S::kerlliegeorges_stud.chhs@tciedu.tc::d6a42ae6-e2a7-4679-83f3-45920e8fce4f" providerId="AD" clId="Web-{04239577-49C3-7AC6-EB6C-2A952882130B}" dt="2024-10-28T02:14:58" v="15"/>
        <pc:sldMkLst>
          <pc:docMk/>
          <pc:sldMk cId="3875273584" sldId="269"/>
        </pc:sldMkLst>
        <pc:spChg chg="mod ord">
          <ac:chgData name="Kerllie Georges" userId="S::kerlliegeorges_stud.chhs@tciedu.tc::d6a42ae6-e2a7-4679-83f3-45920e8fce4f" providerId="AD" clId="Web-{04239577-49C3-7AC6-EB6C-2A952882130B}" dt="2024-10-28T02:14:58" v="15"/>
          <ac:spMkLst>
            <pc:docMk/>
            <pc:sldMk cId="3875273584" sldId="269"/>
            <ac:spMk id="2" creationId="{835EF614-2AAE-0DBA-19DB-8110A90B8B7C}"/>
          </ac:spMkLst>
        </pc:spChg>
        <pc:spChg chg="mod ord">
          <ac:chgData name="Kerllie Georges" userId="S::kerlliegeorges_stud.chhs@tciedu.tc::d6a42ae6-e2a7-4679-83f3-45920e8fce4f" providerId="AD" clId="Web-{04239577-49C3-7AC6-EB6C-2A952882130B}" dt="2024-10-28T02:14:58" v="15"/>
          <ac:spMkLst>
            <pc:docMk/>
            <pc:sldMk cId="3875273584" sldId="269"/>
            <ac:spMk id="3" creationId="{913A086D-7B57-37EF-7793-8CBF1F54B843}"/>
          </ac:spMkLst>
        </pc:spChg>
        <pc:spChg chg="del">
          <ac:chgData name="Kerllie Georges" userId="S::kerlliegeorges_stud.chhs@tciedu.tc::d6a42ae6-e2a7-4679-83f3-45920e8fce4f" providerId="AD" clId="Web-{04239577-49C3-7AC6-EB6C-2A952882130B}" dt="2024-10-28T02:08:46.569" v="0"/>
          <ac:spMkLst>
            <pc:docMk/>
            <pc:sldMk cId="3875273584" sldId="269"/>
            <ac:spMk id="9" creationId="{CD000060-D06D-4A48-BD8E-978966CCA797}"/>
          </ac:spMkLst>
        </pc:spChg>
        <pc:spChg chg="del">
          <ac:chgData name="Kerllie Georges" userId="S::kerlliegeorges_stud.chhs@tciedu.tc::d6a42ae6-e2a7-4679-83f3-45920e8fce4f" providerId="AD" clId="Web-{04239577-49C3-7AC6-EB6C-2A952882130B}" dt="2024-10-28T02:08:46.569" v="0"/>
          <ac:spMkLst>
            <pc:docMk/>
            <pc:sldMk cId="3875273584" sldId="269"/>
            <ac:spMk id="11" creationId="{DE4E5113-B3D0-40F8-9F39-B2C2BF92AE31}"/>
          </ac:spMkLst>
        </pc:spChg>
      </pc:sldChg>
      <pc:sldChg chg="delSp modSp mod modClrScheme delDesignElem chgLayout">
        <pc:chgData name="Kerllie Georges" userId="S::kerlliegeorges_stud.chhs@tciedu.tc::d6a42ae6-e2a7-4679-83f3-45920e8fce4f" providerId="AD" clId="Web-{04239577-49C3-7AC6-EB6C-2A952882130B}" dt="2024-10-28T02:14:58" v="15"/>
        <pc:sldMkLst>
          <pc:docMk/>
          <pc:sldMk cId="3584402399" sldId="270"/>
        </pc:sldMkLst>
        <pc:spChg chg="mod ord">
          <ac:chgData name="Kerllie Georges" userId="S::kerlliegeorges_stud.chhs@tciedu.tc::d6a42ae6-e2a7-4679-83f3-45920e8fce4f" providerId="AD" clId="Web-{04239577-49C3-7AC6-EB6C-2A952882130B}" dt="2024-10-28T02:14:58" v="15"/>
          <ac:spMkLst>
            <pc:docMk/>
            <pc:sldMk cId="3584402399" sldId="270"/>
            <ac:spMk id="2" creationId="{A309BD36-80B1-847A-1E34-AC764AB6AD9A}"/>
          </ac:spMkLst>
        </pc:spChg>
        <pc:spChg chg="mod ord">
          <ac:chgData name="Kerllie Georges" userId="S::kerlliegeorges_stud.chhs@tciedu.tc::d6a42ae6-e2a7-4679-83f3-45920e8fce4f" providerId="AD" clId="Web-{04239577-49C3-7AC6-EB6C-2A952882130B}" dt="2024-10-28T02:14:58" v="15"/>
          <ac:spMkLst>
            <pc:docMk/>
            <pc:sldMk cId="3584402399" sldId="270"/>
            <ac:spMk id="3" creationId="{187CFEEA-5054-013A-B370-513AAF51B6CD}"/>
          </ac:spMkLst>
        </pc:spChg>
        <pc:spChg chg="del">
          <ac:chgData name="Kerllie Georges" userId="S::kerlliegeorges_stud.chhs@tciedu.tc::d6a42ae6-e2a7-4679-83f3-45920e8fce4f" providerId="AD" clId="Web-{04239577-49C3-7AC6-EB6C-2A952882130B}" dt="2024-10-28T02:08:46.569" v="0"/>
          <ac:spMkLst>
            <pc:docMk/>
            <pc:sldMk cId="3584402399" sldId="270"/>
            <ac:spMk id="9" creationId="{CD000060-D06D-4A48-BD8E-978966CCA797}"/>
          </ac:spMkLst>
        </pc:spChg>
        <pc:spChg chg="del">
          <ac:chgData name="Kerllie Georges" userId="S::kerlliegeorges_stud.chhs@tciedu.tc::d6a42ae6-e2a7-4679-83f3-45920e8fce4f" providerId="AD" clId="Web-{04239577-49C3-7AC6-EB6C-2A952882130B}" dt="2024-10-28T02:08:46.569" v="0"/>
          <ac:spMkLst>
            <pc:docMk/>
            <pc:sldMk cId="3584402399" sldId="270"/>
            <ac:spMk id="11" creationId="{DE4E5113-B3D0-40F8-9F39-B2C2BF92AE31}"/>
          </ac:spMkLst>
        </pc:spChg>
      </pc:sldChg>
      <pc:sldChg chg="delSp modSp mod modClrScheme delDesignElem chgLayout">
        <pc:chgData name="Kerllie Georges" userId="S::kerlliegeorges_stud.chhs@tciedu.tc::d6a42ae6-e2a7-4679-83f3-45920e8fce4f" providerId="AD" clId="Web-{04239577-49C3-7AC6-EB6C-2A952882130B}" dt="2024-10-28T02:14:58" v="15"/>
        <pc:sldMkLst>
          <pc:docMk/>
          <pc:sldMk cId="1620611734" sldId="271"/>
        </pc:sldMkLst>
        <pc:spChg chg="mod ord">
          <ac:chgData name="Kerllie Georges" userId="S::kerlliegeorges_stud.chhs@tciedu.tc::d6a42ae6-e2a7-4679-83f3-45920e8fce4f" providerId="AD" clId="Web-{04239577-49C3-7AC6-EB6C-2A952882130B}" dt="2024-10-28T02:14:58" v="15"/>
          <ac:spMkLst>
            <pc:docMk/>
            <pc:sldMk cId="1620611734" sldId="271"/>
            <ac:spMk id="2" creationId="{D92BEA84-16C8-257B-FA4B-1997ACE8BA8D}"/>
          </ac:spMkLst>
        </pc:spChg>
        <pc:spChg chg="mod ord">
          <ac:chgData name="Kerllie Georges" userId="S::kerlliegeorges_stud.chhs@tciedu.tc::d6a42ae6-e2a7-4679-83f3-45920e8fce4f" providerId="AD" clId="Web-{04239577-49C3-7AC6-EB6C-2A952882130B}" dt="2024-10-28T02:14:58" v="15"/>
          <ac:spMkLst>
            <pc:docMk/>
            <pc:sldMk cId="1620611734" sldId="271"/>
            <ac:spMk id="3" creationId="{DC171099-894D-4A9C-AE8E-4A121D57072D}"/>
          </ac:spMkLst>
        </pc:spChg>
        <pc:spChg chg="del">
          <ac:chgData name="Kerllie Georges" userId="S::kerlliegeorges_stud.chhs@tciedu.tc::d6a42ae6-e2a7-4679-83f3-45920e8fce4f" providerId="AD" clId="Web-{04239577-49C3-7AC6-EB6C-2A952882130B}" dt="2024-10-28T02:08:46.569" v="0"/>
          <ac:spMkLst>
            <pc:docMk/>
            <pc:sldMk cId="1620611734" sldId="271"/>
            <ac:spMk id="13" creationId="{43047B46-4F2F-4746-8B82-B30EAAAE033A}"/>
          </ac:spMkLst>
        </pc:spChg>
        <pc:spChg chg="del">
          <ac:chgData name="Kerllie Georges" userId="S::kerlliegeorges_stud.chhs@tciedu.tc::d6a42ae6-e2a7-4679-83f3-45920e8fce4f" providerId="AD" clId="Web-{04239577-49C3-7AC6-EB6C-2A952882130B}" dt="2024-10-28T02:08:46.569" v="0"/>
          <ac:spMkLst>
            <pc:docMk/>
            <pc:sldMk cId="1620611734" sldId="271"/>
            <ac:spMk id="14" creationId="{A54E8A8E-D194-4D55-92A3-6B0799722E66}"/>
          </ac:spMkLst>
        </pc:spChg>
      </pc:sldChg>
      <pc:sldChg chg="delSp modSp mod modClrScheme delDesignElem chgLayout">
        <pc:chgData name="Kerllie Georges" userId="S::kerlliegeorges_stud.chhs@tciedu.tc::d6a42ae6-e2a7-4679-83f3-45920e8fce4f" providerId="AD" clId="Web-{04239577-49C3-7AC6-EB6C-2A952882130B}" dt="2024-10-28T02:14:58" v="15"/>
        <pc:sldMkLst>
          <pc:docMk/>
          <pc:sldMk cId="2155940591" sldId="272"/>
        </pc:sldMkLst>
        <pc:spChg chg="mod ord">
          <ac:chgData name="Kerllie Georges" userId="S::kerlliegeorges_stud.chhs@tciedu.tc::d6a42ae6-e2a7-4679-83f3-45920e8fce4f" providerId="AD" clId="Web-{04239577-49C3-7AC6-EB6C-2A952882130B}" dt="2024-10-28T02:14:58" v="15"/>
          <ac:spMkLst>
            <pc:docMk/>
            <pc:sldMk cId="2155940591" sldId="272"/>
            <ac:spMk id="2" creationId="{0AFD86F6-3216-DB57-28BF-F8C47CF4F585}"/>
          </ac:spMkLst>
        </pc:spChg>
        <pc:spChg chg="mod ord">
          <ac:chgData name="Kerllie Georges" userId="S::kerlliegeorges_stud.chhs@tciedu.tc::d6a42ae6-e2a7-4679-83f3-45920e8fce4f" providerId="AD" clId="Web-{04239577-49C3-7AC6-EB6C-2A952882130B}" dt="2024-10-28T02:14:58" v="15"/>
          <ac:spMkLst>
            <pc:docMk/>
            <pc:sldMk cId="2155940591" sldId="272"/>
            <ac:spMk id="3" creationId="{D4A363AA-49C2-2EB1-B6B7-FD30C1EF2F23}"/>
          </ac:spMkLst>
        </pc:spChg>
        <pc:spChg chg="del">
          <ac:chgData name="Kerllie Georges" userId="S::kerlliegeorges_stud.chhs@tciedu.tc::d6a42ae6-e2a7-4679-83f3-45920e8fce4f" providerId="AD" clId="Web-{04239577-49C3-7AC6-EB6C-2A952882130B}" dt="2024-10-28T02:08:46.569" v="0"/>
          <ac:spMkLst>
            <pc:docMk/>
            <pc:sldMk cId="2155940591" sldId="272"/>
            <ac:spMk id="17" creationId="{6FF45042-AEC9-4B91-860A-994157883892}"/>
          </ac:spMkLst>
        </pc:spChg>
        <pc:spChg chg="del">
          <ac:chgData name="Kerllie Georges" userId="S::kerlliegeorges_stud.chhs@tciedu.tc::d6a42ae6-e2a7-4679-83f3-45920e8fce4f" providerId="AD" clId="Web-{04239577-49C3-7AC6-EB6C-2A952882130B}" dt="2024-10-28T02:08:46.569" v="0"/>
          <ac:spMkLst>
            <pc:docMk/>
            <pc:sldMk cId="2155940591" sldId="272"/>
            <ac:spMk id="18" creationId="{6AB7BCF8-0384-41F0-BF6F-C8642DBCD2D4}"/>
          </ac:spMkLst>
        </pc:spChg>
      </pc:sldChg>
      <pc:sldChg chg="delSp modSp mod modClrScheme delDesignElem chgLayout">
        <pc:chgData name="Kerllie Georges" userId="S::kerlliegeorges_stud.chhs@tciedu.tc::d6a42ae6-e2a7-4679-83f3-45920e8fce4f" providerId="AD" clId="Web-{04239577-49C3-7AC6-EB6C-2A952882130B}" dt="2024-10-28T02:14:58" v="15"/>
        <pc:sldMkLst>
          <pc:docMk/>
          <pc:sldMk cId="907182054" sldId="273"/>
        </pc:sldMkLst>
        <pc:spChg chg="mod ord">
          <ac:chgData name="Kerllie Georges" userId="S::kerlliegeorges_stud.chhs@tciedu.tc::d6a42ae6-e2a7-4679-83f3-45920e8fce4f" providerId="AD" clId="Web-{04239577-49C3-7AC6-EB6C-2A952882130B}" dt="2024-10-28T02:14:58" v="15"/>
          <ac:spMkLst>
            <pc:docMk/>
            <pc:sldMk cId="907182054" sldId="273"/>
            <ac:spMk id="2" creationId="{0A82E4E6-AB04-1097-C201-3A277647BC96}"/>
          </ac:spMkLst>
        </pc:spChg>
        <pc:spChg chg="mod ord">
          <ac:chgData name="Kerllie Georges" userId="S::kerlliegeorges_stud.chhs@tciedu.tc::d6a42ae6-e2a7-4679-83f3-45920e8fce4f" providerId="AD" clId="Web-{04239577-49C3-7AC6-EB6C-2A952882130B}" dt="2024-10-28T02:14:58" v="15"/>
          <ac:spMkLst>
            <pc:docMk/>
            <pc:sldMk cId="907182054" sldId="273"/>
            <ac:spMk id="3" creationId="{DEF73B86-9147-E292-5B05-1516ACA65CE4}"/>
          </ac:spMkLst>
        </pc:spChg>
        <pc:spChg chg="del">
          <ac:chgData name="Kerllie Georges" userId="S::kerlliegeorges_stud.chhs@tciedu.tc::d6a42ae6-e2a7-4679-83f3-45920e8fce4f" providerId="AD" clId="Web-{04239577-49C3-7AC6-EB6C-2A952882130B}" dt="2024-10-28T02:08:46.569" v="0"/>
          <ac:spMkLst>
            <pc:docMk/>
            <pc:sldMk cId="907182054" sldId="273"/>
            <ac:spMk id="25" creationId="{4E1605C1-ED2D-4AAA-BD9C-24B82055FCC4}"/>
          </ac:spMkLst>
        </pc:spChg>
        <pc:spChg chg="del">
          <ac:chgData name="Kerllie Georges" userId="S::kerlliegeorges_stud.chhs@tciedu.tc::d6a42ae6-e2a7-4679-83f3-45920e8fce4f" providerId="AD" clId="Web-{04239577-49C3-7AC6-EB6C-2A952882130B}" dt="2024-10-28T02:08:46.569" v="0"/>
          <ac:spMkLst>
            <pc:docMk/>
            <pc:sldMk cId="907182054" sldId="273"/>
            <ac:spMk id="26" creationId="{E8DFA4F8-B856-483B-85AE-5CDF5A5F13F0}"/>
          </ac:spMkLst>
        </pc:spChg>
        <pc:spChg chg="del">
          <ac:chgData name="Kerllie Georges" userId="S::kerlliegeorges_stud.chhs@tciedu.tc::d6a42ae6-e2a7-4679-83f3-45920e8fce4f" providerId="AD" clId="Web-{04239577-49C3-7AC6-EB6C-2A952882130B}" dt="2024-10-28T02:08:46.569" v="0"/>
          <ac:spMkLst>
            <pc:docMk/>
            <pc:sldMk cId="907182054" sldId="273"/>
            <ac:spMk id="27" creationId="{6FC9FCC7-29B1-433A-AC58-FEAE48D84C05}"/>
          </ac:spMkLst>
        </pc:spChg>
      </pc:sldChg>
      <pc:sldChg chg="delSp modSp mod modClrScheme delDesignElem chgLayout">
        <pc:chgData name="Kerllie Georges" userId="S::kerlliegeorges_stud.chhs@tciedu.tc::d6a42ae6-e2a7-4679-83f3-45920e8fce4f" providerId="AD" clId="Web-{04239577-49C3-7AC6-EB6C-2A952882130B}" dt="2024-10-28T02:14:58" v="15"/>
        <pc:sldMkLst>
          <pc:docMk/>
          <pc:sldMk cId="3795044273" sldId="274"/>
        </pc:sldMkLst>
        <pc:spChg chg="mod ord">
          <ac:chgData name="Kerllie Georges" userId="S::kerlliegeorges_stud.chhs@tciedu.tc::d6a42ae6-e2a7-4679-83f3-45920e8fce4f" providerId="AD" clId="Web-{04239577-49C3-7AC6-EB6C-2A952882130B}" dt="2024-10-28T02:14:58" v="15"/>
          <ac:spMkLst>
            <pc:docMk/>
            <pc:sldMk cId="3795044273" sldId="274"/>
            <ac:spMk id="2" creationId="{9A788209-709F-7A84-0279-FBF9E303371C}"/>
          </ac:spMkLst>
        </pc:spChg>
        <pc:spChg chg="mod ord">
          <ac:chgData name="Kerllie Georges" userId="S::kerlliegeorges_stud.chhs@tciedu.tc::d6a42ae6-e2a7-4679-83f3-45920e8fce4f" providerId="AD" clId="Web-{04239577-49C3-7AC6-EB6C-2A952882130B}" dt="2024-10-28T02:14:58" v="15"/>
          <ac:spMkLst>
            <pc:docMk/>
            <pc:sldMk cId="3795044273" sldId="274"/>
            <ac:spMk id="3" creationId="{A18FA1C2-A714-4B4C-3070-600D37C29108}"/>
          </ac:spMkLst>
        </pc:spChg>
        <pc:spChg chg="del">
          <ac:chgData name="Kerllie Georges" userId="S::kerlliegeorges_stud.chhs@tciedu.tc::d6a42ae6-e2a7-4679-83f3-45920e8fce4f" providerId="AD" clId="Web-{04239577-49C3-7AC6-EB6C-2A952882130B}" dt="2024-10-28T02:08:46.569" v="0"/>
          <ac:spMkLst>
            <pc:docMk/>
            <pc:sldMk cId="3795044273" sldId="274"/>
            <ac:spMk id="9" creationId="{CD000060-D06D-4A48-BD8E-978966CCA797}"/>
          </ac:spMkLst>
        </pc:spChg>
        <pc:spChg chg="del">
          <ac:chgData name="Kerllie Georges" userId="S::kerlliegeorges_stud.chhs@tciedu.tc::d6a42ae6-e2a7-4679-83f3-45920e8fce4f" providerId="AD" clId="Web-{04239577-49C3-7AC6-EB6C-2A952882130B}" dt="2024-10-28T02:08:46.569" v="0"/>
          <ac:spMkLst>
            <pc:docMk/>
            <pc:sldMk cId="3795044273" sldId="274"/>
            <ac:spMk id="11" creationId="{DE4E5113-B3D0-40F8-9F39-B2C2BF92AE31}"/>
          </ac:spMkLst>
        </pc:spChg>
      </pc:sldChg>
      <pc:sldChg chg="delSp modSp mod modClrScheme delDesignElem chgLayout">
        <pc:chgData name="Kerllie Georges" userId="S::kerlliegeorges_stud.chhs@tciedu.tc::d6a42ae6-e2a7-4679-83f3-45920e8fce4f" providerId="AD" clId="Web-{04239577-49C3-7AC6-EB6C-2A952882130B}" dt="2024-10-28T02:14:58" v="15"/>
        <pc:sldMkLst>
          <pc:docMk/>
          <pc:sldMk cId="468709572" sldId="275"/>
        </pc:sldMkLst>
        <pc:spChg chg="mod ord">
          <ac:chgData name="Kerllie Georges" userId="S::kerlliegeorges_stud.chhs@tciedu.tc::d6a42ae6-e2a7-4679-83f3-45920e8fce4f" providerId="AD" clId="Web-{04239577-49C3-7AC6-EB6C-2A952882130B}" dt="2024-10-28T02:14:58" v="15"/>
          <ac:spMkLst>
            <pc:docMk/>
            <pc:sldMk cId="468709572" sldId="275"/>
            <ac:spMk id="2" creationId="{5CD9B833-5581-15B9-4D65-558BED1E5BF6}"/>
          </ac:spMkLst>
        </pc:spChg>
        <pc:spChg chg="mod ord">
          <ac:chgData name="Kerllie Georges" userId="S::kerlliegeorges_stud.chhs@tciedu.tc::d6a42ae6-e2a7-4679-83f3-45920e8fce4f" providerId="AD" clId="Web-{04239577-49C3-7AC6-EB6C-2A952882130B}" dt="2024-10-28T02:14:58" v="15"/>
          <ac:spMkLst>
            <pc:docMk/>
            <pc:sldMk cId="468709572" sldId="275"/>
            <ac:spMk id="3" creationId="{A163FEDF-4EC5-8F9E-9B21-C498777AD503}"/>
          </ac:spMkLst>
        </pc:spChg>
        <pc:spChg chg="del">
          <ac:chgData name="Kerllie Georges" userId="S::kerlliegeorges_stud.chhs@tciedu.tc::d6a42ae6-e2a7-4679-83f3-45920e8fce4f" providerId="AD" clId="Web-{04239577-49C3-7AC6-EB6C-2A952882130B}" dt="2024-10-28T02:08:46.569" v="0"/>
          <ac:spMkLst>
            <pc:docMk/>
            <pc:sldMk cId="468709572" sldId="275"/>
            <ac:spMk id="14" creationId="{3FC67B06-867A-4D0B-8E72-3D1CBBABF3DD}"/>
          </ac:spMkLst>
        </pc:spChg>
        <pc:spChg chg="del">
          <ac:chgData name="Kerllie Georges" userId="S::kerlliegeorges_stud.chhs@tciedu.tc::d6a42ae6-e2a7-4679-83f3-45920e8fce4f" providerId="AD" clId="Web-{04239577-49C3-7AC6-EB6C-2A952882130B}" dt="2024-10-28T02:08:46.569" v="0"/>
          <ac:spMkLst>
            <pc:docMk/>
            <pc:sldMk cId="468709572" sldId="275"/>
            <ac:spMk id="15" creationId="{742DA6F1-EE0D-4BF0-B5FE-BF303A6B8304}"/>
          </ac:spMkLst>
        </pc:spChg>
      </pc:sldChg>
      <pc:sldChg chg="delSp modSp mod modClrScheme delDesignElem chgLayout">
        <pc:chgData name="Kerllie Georges" userId="S::kerlliegeorges_stud.chhs@tciedu.tc::d6a42ae6-e2a7-4679-83f3-45920e8fce4f" providerId="AD" clId="Web-{04239577-49C3-7AC6-EB6C-2A952882130B}" dt="2024-10-28T02:14:58" v="15"/>
        <pc:sldMkLst>
          <pc:docMk/>
          <pc:sldMk cId="2185680030" sldId="276"/>
        </pc:sldMkLst>
        <pc:spChg chg="mod ord">
          <ac:chgData name="Kerllie Georges" userId="S::kerlliegeorges_stud.chhs@tciedu.tc::d6a42ae6-e2a7-4679-83f3-45920e8fce4f" providerId="AD" clId="Web-{04239577-49C3-7AC6-EB6C-2A952882130B}" dt="2024-10-28T02:14:58" v="15"/>
          <ac:spMkLst>
            <pc:docMk/>
            <pc:sldMk cId="2185680030" sldId="276"/>
            <ac:spMk id="2" creationId="{227FE92F-6792-07AC-7B06-0001CB4A44FE}"/>
          </ac:spMkLst>
        </pc:spChg>
        <pc:spChg chg="mod ord">
          <ac:chgData name="Kerllie Georges" userId="S::kerlliegeorges_stud.chhs@tciedu.tc::d6a42ae6-e2a7-4679-83f3-45920e8fce4f" providerId="AD" clId="Web-{04239577-49C3-7AC6-EB6C-2A952882130B}" dt="2024-10-28T02:14:58" v="15"/>
          <ac:spMkLst>
            <pc:docMk/>
            <pc:sldMk cId="2185680030" sldId="276"/>
            <ac:spMk id="3" creationId="{395697FD-4B94-A690-3878-6B2237075903}"/>
          </ac:spMkLst>
        </pc:spChg>
        <pc:spChg chg="del">
          <ac:chgData name="Kerllie Georges" userId="S::kerlliegeorges_stud.chhs@tciedu.tc::d6a42ae6-e2a7-4679-83f3-45920e8fce4f" providerId="AD" clId="Web-{04239577-49C3-7AC6-EB6C-2A952882130B}" dt="2024-10-28T02:08:46.569" v="0"/>
          <ac:spMkLst>
            <pc:docMk/>
            <pc:sldMk cId="2185680030" sldId="276"/>
            <ac:spMk id="9" creationId="{CD000060-D06D-4A48-BD8E-978966CCA797}"/>
          </ac:spMkLst>
        </pc:spChg>
        <pc:spChg chg="del">
          <ac:chgData name="Kerllie Georges" userId="S::kerlliegeorges_stud.chhs@tciedu.tc::d6a42ae6-e2a7-4679-83f3-45920e8fce4f" providerId="AD" clId="Web-{04239577-49C3-7AC6-EB6C-2A952882130B}" dt="2024-10-28T02:08:46.569" v="0"/>
          <ac:spMkLst>
            <pc:docMk/>
            <pc:sldMk cId="2185680030" sldId="276"/>
            <ac:spMk id="11" creationId="{DE4E5113-B3D0-40F8-9F39-B2C2BF92AE31}"/>
          </ac:spMkLst>
        </pc:spChg>
      </pc:sldChg>
      <pc:sldChg chg="delSp modSp mod modClrScheme delDesignElem chgLayout">
        <pc:chgData name="Kerllie Georges" userId="S::kerlliegeorges_stud.chhs@tciedu.tc::d6a42ae6-e2a7-4679-83f3-45920e8fce4f" providerId="AD" clId="Web-{04239577-49C3-7AC6-EB6C-2A952882130B}" dt="2024-10-28T02:14:58" v="15"/>
        <pc:sldMkLst>
          <pc:docMk/>
          <pc:sldMk cId="767541868" sldId="277"/>
        </pc:sldMkLst>
        <pc:spChg chg="mod ord">
          <ac:chgData name="Kerllie Georges" userId="S::kerlliegeorges_stud.chhs@tciedu.tc::d6a42ae6-e2a7-4679-83f3-45920e8fce4f" providerId="AD" clId="Web-{04239577-49C3-7AC6-EB6C-2A952882130B}" dt="2024-10-28T02:14:58" v="15"/>
          <ac:spMkLst>
            <pc:docMk/>
            <pc:sldMk cId="767541868" sldId="277"/>
            <ac:spMk id="2" creationId="{AF27A162-4BFA-2F56-F727-F5A9E7828DC2}"/>
          </ac:spMkLst>
        </pc:spChg>
        <pc:spChg chg="mod ord">
          <ac:chgData name="Kerllie Georges" userId="S::kerlliegeorges_stud.chhs@tciedu.tc::d6a42ae6-e2a7-4679-83f3-45920e8fce4f" providerId="AD" clId="Web-{04239577-49C3-7AC6-EB6C-2A952882130B}" dt="2024-10-28T02:14:58" v="15"/>
          <ac:spMkLst>
            <pc:docMk/>
            <pc:sldMk cId="767541868" sldId="277"/>
            <ac:spMk id="3" creationId="{C7CDCA1D-7610-D0B5-168F-56F4535660CF}"/>
          </ac:spMkLst>
        </pc:spChg>
        <pc:spChg chg="del">
          <ac:chgData name="Kerllie Georges" userId="S::kerlliegeorges_stud.chhs@tciedu.tc::d6a42ae6-e2a7-4679-83f3-45920e8fce4f" providerId="AD" clId="Web-{04239577-49C3-7AC6-EB6C-2A952882130B}" dt="2024-10-28T02:08:46.569" v="0"/>
          <ac:spMkLst>
            <pc:docMk/>
            <pc:sldMk cId="767541868" sldId="277"/>
            <ac:spMk id="9" creationId="{4E1605C1-ED2D-4AAA-BD9C-24B82055FCC4}"/>
          </ac:spMkLst>
        </pc:spChg>
        <pc:spChg chg="del">
          <ac:chgData name="Kerllie Georges" userId="S::kerlliegeorges_stud.chhs@tciedu.tc::d6a42ae6-e2a7-4679-83f3-45920e8fce4f" providerId="AD" clId="Web-{04239577-49C3-7AC6-EB6C-2A952882130B}" dt="2024-10-28T02:08:46.569" v="0"/>
          <ac:spMkLst>
            <pc:docMk/>
            <pc:sldMk cId="767541868" sldId="277"/>
            <ac:spMk id="11" creationId="{E8DFA4F8-B856-483B-85AE-5CDF5A5F13F0}"/>
          </ac:spMkLst>
        </pc:spChg>
        <pc:spChg chg="del">
          <ac:chgData name="Kerllie Georges" userId="S::kerlliegeorges_stud.chhs@tciedu.tc::d6a42ae6-e2a7-4679-83f3-45920e8fce4f" providerId="AD" clId="Web-{04239577-49C3-7AC6-EB6C-2A952882130B}" dt="2024-10-28T02:08:46.569" v="0"/>
          <ac:spMkLst>
            <pc:docMk/>
            <pc:sldMk cId="767541868" sldId="277"/>
            <ac:spMk id="13" creationId="{6FC9FCC7-29B1-433A-AC58-FEAE48D84C05}"/>
          </ac:spMkLst>
        </pc:spChg>
      </pc:sldChg>
      <pc:sldChg chg="delSp modSp mod modClrScheme delDesignElem chgLayout">
        <pc:chgData name="Kerllie Georges" userId="S::kerlliegeorges_stud.chhs@tciedu.tc::d6a42ae6-e2a7-4679-83f3-45920e8fce4f" providerId="AD" clId="Web-{04239577-49C3-7AC6-EB6C-2A952882130B}" dt="2024-10-28T02:14:58" v="15"/>
        <pc:sldMkLst>
          <pc:docMk/>
          <pc:sldMk cId="4136209498" sldId="278"/>
        </pc:sldMkLst>
        <pc:spChg chg="mod ord">
          <ac:chgData name="Kerllie Georges" userId="S::kerlliegeorges_stud.chhs@tciedu.tc::d6a42ae6-e2a7-4679-83f3-45920e8fce4f" providerId="AD" clId="Web-{04239577-49C3-7AC6-EB6C-2A952882130B}" dt="2024-10-28T02:14:58" v="15"/>
          <ac:spMkLst>
            <pc:docMk/>
            <pc:sldMk cId="4136209498" sldId="278"/>
            <ac:spMk id="2" creationId="{3E631606-4BBD-B3D3-C765-C70F95993A73}"/>
          </ac:spMkLst>
        </pc:spChg>
        <pc:spChg chg="mod ord">
          <ac:chgData name="Kerllie Georges" userId="S::kerlliegeorges_stud.chhs@tciedu.tc::d6a42ae6-e2a7-4679-83f3-45920e8fce4f" providerId="AD" clId="Web-{04239577-49C3-7AC6-EB6C-2A952882130B}" dt="2024-10-28T02:14:58" v="15"/>
          <ac:spMkLst>
            <pc:docMk/>
            <pc:sldMk cId="4136209498" sldId="278"/>
            <ac:spMk id="3" creationId="{96C2F2E6-4EAC-592A-EFA0-8E7BC212997D}"/>
          </ac:spMkLst>
        </pc:spChg>
        <pc:spChg chg="del">
          <ac:chgData name="Kerllie Georges" userId="S::kerlliegeorges_stud.chhs@tciedu.tc::d6a42ae6-e2a7-4679-83f3-45920e8fce4f" providerId="AD" clId="Web-{04239577-49C3-7AC6-EB6C-2A952882130B}" dt="2024-10-28T02:08:46.569" v="0"/>
          <ac:spMkLst>
            <pc:docMk/>
            <pc:sldMk cId="4136209498" sldId="278"/>
            <ac:spMk id="9" creationId="{4E1605C1-ED2D-4AAA-BD9C-24B82055FCC4}"/>
          </ac:spMkLst>
        </pc:spChg>
        <pc:spChg chg="del">
          <ac:chgData name="Kerllie Georges" userId="S::kerlliegeorges_stud.chhs@tciedu.tc::d6a42ae6-e2a7-4679-83f3-45920e8fce4f" providerId="AD" clId="Web-{04239577-49C3-7AC6-EB6C-2A952882130B}" dt="2024-10-28T02:08:46.569" v="0"/>
          <ac:spMkLst>
            <pc:docMk/>
            <pc:sldMk cId="4136209498" sldId="278"/>
            <ac:spMk id="11" creationId="{E8DFA4F8-B856-483B-85AE-5CDF5A5F13F0}"/>
          </ac:spMkLst>
        </pc:spChg>
        <pc:spChg chg="del">
          <ac:chgData name="Kerllie Georges" userId="S::kerlliegeorges_stud.chhs@tciedu.tc::d6a42ae6-e2a7-4679-83f3-45920e8fce4f" providerId="AD" clId="Web-{04239577-49C3-7AC6-EB6C-2A952882130B}" dt="2024-10-28T02:08:46.569" v="0"/>
          <ac:spMkLst>
            <pc:docMk/>
            <pc:sldMk cId="4136209498" sldId="278"/>
            <ac:spMk id="13" creationId="{6FC9FCC7-29B1-433A-AC58-FEAE48D84C05}"/>
          </ac:spMkLst>
        </pc:spChg>
      </pc:sldChg>
      <pc:sldChg chg="delSp modSp mod modClrScheme delDesignElem chgLayout">
        <pc:chgData name="Kerllie Georges" userId="S::kerlliegeorges_stud.chhs@tciedu.tc::d6a42ae6-e2a7-4679-83f3-45920e8fce4f" providerId="AD" clId="Web-{04239577-49C3-7AC6-EB6C-2A952882130B}" dt="2024-10-28T02:14:58" v="15"/>
        <pc:sldMkLst>
          <pc:docMk/>
          <pc:sldMk cId="3307671012" sldId="279"/>
        </pc:sldMkLst>
        <pc:spChg chg="mod ord">
          <ac:chgData name="Kerllie Georges" userId="S::kerlliegeorges_stud.chhs@tciedu.tc::d6a42ae6-e2a7-4679-83f3-45920e8fce4f" providerId="AD" clId="Web-{04239577-49C3-7AC6-EB6C-2A952882130B}" dt="2024-10-28T02:14:58" v="15"/>
          <ac:spMkLst>
            <pc:docMk/>
            <pc:sldMk cId="3307671012" sldId="279"/>
            <ac:spMk id="2" creationId="{992DEA7D-5A53-34B8-D38D-E8059B9DD02D}"/>
          </ac:spMkLst>
        </pc:spChg>
        <pc:spChg chg="mod ord">
          <ac:chgData name="Kerllie Georges" userId="S::kerlliegeorges_stud.chhs@tciedu.tc::d6a42ae6-e2a7-4679-83f3-45920e8fce4f" providerId="AD" clId="Web-{04239577-49C3-7AC6-EB6C-2A952882130B}" dt="2024-10-28T02:14:58" v="15"/>
          <ac:spMkLst>
            <pc:docMk/>
            <pc:sldMk cId="3307671012" sldId="279"/>
            <ac:spMk id="3" creationId="{B1BCCCFB-2B5C-A6BC-2F3C-1B877F1AB929}"/>
          </ac:spMkLst>
        </pc:spChg>
        <pc:spChg chg="del">
          <ac:chgData name="Kerllie Georges" userId="S::kerlliegeorges_stud.chhs@tciedu.tc::d6a42ae6-e2a7-4679-83f3-45920e8fce4f" providerId="AD" clId="Web-{04239577-49C3-7AC6-EB6C-2A952882130B}" dt="2024-10-28T02:08:46.569" v="0"/>
          <ac:spMkLst>
            <pc:docMk/>
            <pc:sldMk cId="3307671012" sldId="279"/>
            <ac:spMk id="18" creationId="{6FF45042-AEC9-4B91-860A-994157883892}"/>
          </ac:spMkLst>
        </pc:spChg>
        <pc:spChg chg="del">
          <ac:chgData name="Kerllie Georges" userId="S::kerlliegeorges_stud.chhs@tciedu.tc::d6a42ae6-e2a7-4679-83f3-45920e8fce4f" providerId="AD" clId="Web-{04239577-49C3-7AC6-EB6C-2A952882130B}" dt="2024-10-28T02:08:46.569" v="0"/>
          <ac:spMkLst>
            <pc:docMk/>
            <pc:sldMk cId="3307671012" sldId="279"/>
            <ac:spMk id="20" creationId="{6AB7BCF8-0384-41F0-BF6F-C8642DBCD2D4}"/>
          </ac:spMkLst>
        </pc:spChg>
      </pc:sldChg>
      <pc:sldMasterChg chg="del delSldLayout">
        <pc:chgData name="Kerllie Georges" userId="S::kerlliegeorges_stud.chhs@tciedu.tc::d6a42ae6-e2a7-4679-83f3-45920e8fce4f" providerId="AD" clId="Web-{04239577-49C3-7AC6-EB6C-2A952882130B}" dt="2024-10-28T02:08:46.569" v="0"/>
        <pc:sldMasterMkLst>
          <pc:docMk/>
          <pc:sldMasterMk cId="242432031" sldId="2147483870"/>
        </pc:sldMasterMkLst>
        <pc:sldLayoutChg chg="del">
          <pc:chgData name="Kerllie Georges" userId="S::kerlliegeorges_stud.chhs@tciedu.tc::d6a42ae6-e2a7-4679-83f3-45920e8fce4f" providerId="AD" clId="Web-{04239577-49C3-7AC6-EB6C-2A952882130B}" dt="2024-10-28T02:08:46.569" v="0"/>
          <pc:sldLayoutMkLst>
            <pc:docMk/>
            <pc:sldMasterMk cId="242432031" sldId="2147483870"/>
            <pc:sldLayoutMk cId="2885885758" sldId="2147483871"/>
          </pc:sldLayoutMkLst>
        </pc:sldLayoutChg>
        <pc:sldLayoutChg chg="del">
          <pc:chgData name="Kerllie Georges" userId="S::kerlliegeorges_stud.chhs@tciedu.tc::d6a42ae6-e2a7-4679-83f3-45920e8fce4f" providerId="AD" clId="Web-{04239577-49C3-7AC6-EB6C-2A952882130B}" dt="2024-10-28T02:08:46.569" v="0"/>
          <pc:sldLayoutMkLst>
            <pc:docMk/>
            <pc:sldMasterMk cId="242432031" sldId="2147483870"/>
            <pc:sldLayoutMk cId="2906270707" sldId="2147483872"/>
          </pc:sldLayoutMkLst>
        </pc:sldLayoutChg>
        <pc:sldLayoutChg chg="del">
          <pc:chgData name="Kerllie Georges" userId="S::kerlliegeorges_stud.chhs@tciedu.tc::d6a42ae6-e2a7-4679-83f3-45920e8fce4f" providerId="AD" clId="Web-{04239577-49C3-7AC6-EB6C-2A952882130B}" dt="2024-10-28T02:08:46.569" v="0"/>
          <pc:sldLayoutMkLst>
            <pc:docMk/>
            <pc:sldMasterMk cId="242432031" sldId="2147483870"/>
            <pc:sldLayoutMk cId="2442228678" sldId="2147483873"/>
          </pc:sldLayoutMkLst>
        </pc:sldLayoutChg>
        <pc:sldLayoutChg chg="del">
          <pc:chgData name="Kerllie Georges" userId="S::kerlliegeorges_stud.chhs@tciedu.tc::d6a42ae6-e2a7-4679-83f3-45920e8fce4f" providerId="AD" clId="Web-{04239577-49C3-7AC6-EB6C-2A952882130B}" dt="2024-10-28T02:08:46.569" v="0"/>
          <pc:sldLayoutMkLst>
            <pc:docMk/>
            <pc:sldMasterMk cId="242432031" sldId="2147483870"/>
            <pc:sldLayoutMk cId="1186914691" sldId="2147483874"/>
          </pc:sldLayoutMkLst>
        </pc:sldLayoutChg>
        <pc:sldLayoutChg chg="del">
          <pc:chgData name="Kerllie Georges" userId="S::kerlliegeorges_stud.chhs@tciedu.tc::d6a42ae6-e2a7-4679-83f3-45920e8fce4f" providerId="AD" clId="Web-{04239577-49C3-7AC6-EB6C-2A952882130B}" dt="2024-10-28T02:08:46.569" v="0"/>
          <pc:sldLayoutMkLst>
            <pc:docMk/>
            <pc:sldMasterMk cId="242432031" sldId="2147483870"/>
            <pc:sldLayoutMk cId="3288020521" sldId="2147483875"/>
          </pc:sldLayoutMkLst>
        </pc:sldLayoutChg>
        <pc:sldLayoutChg chg="del">
          <pc:chgData name="Kerllie Georges" userId="S::kerlliegeorges_stud.chhs@tciedu.tc::d6a42ae6-e2a7-4679-83f3-45920e8fce4f" providerId="AD" clId="Web-{04239577-49C3-7AC6-EB6C-2A952882130B}" dt="2024-10-28T02:08:46.569" v="0"/>
          <pc:sldLayoutMkLst>
            <pc:docMk/>
            <pc:sldMasterMk cId="242432031" sldId="2147483870"/>
            <pc:sldLayoutMk cId="852393717" sldId="2147483876"/>
          </pc:sldLayoutMkLst>
        </pc:sldLayoutChg>
        <pc:sldLayoutChg chg="del">
          <pc:chgData name="Kerllie Georges" userId="S::kerlliegeorges_stud.chhs@tciedu.tc::d6a42ae6-e2a7-4679-83f3-45920e8fce4f" providerId="AD" clId="Web-{04239577-49C3-7AC6-EB6C-2A952882130B}" dt="2024-10-28T02:08:46.569" v="0"/>
          <pc:sldLayoutMkLst>
            <pc:docMk/>
            <pc:sldMasterMk cId="242432031" sldId="2147483870"/>
            <pc:sldLayoutMk cId="3123651981" sldId="2147483877"/>
          </pc:sldLayoutMkLst>
        </pc:sldLayoutChg>
        <pc:sldLayoutChg chg="del">
          <pc:chgData name="Kerllie Georges" userId="S::kerlliegeorges_stud.chhs@tciedu.tc::d6a42ae6-e2a7-4679-83f3-45920e8fce4f" providerId="AD" clId="Web-{04239577-49C3-7AC6-EB6C-2A952882130B}" dt="2024-10-28T02:08:46.569" v="0"/>
          <pc:sldLayoutMkLst>
            <pc:docMk/>
            <pc:sldMasterMk cId="242432031" sldId="2147483870"/>
            <pc:sldLayoutMk cId="268708575" sldId="2147483878"/>
          </pc:sldLayoutMkLst>
        </pc:sldLayoutChg>
        <pc:sldLayoutChg chg="del">
          <pc:chgData name="Kerllie Georges" userId="S::kerlliegeorges_stud.chhs@tciedu.tc::d6a42ae6-e2a7-4679-83f3-45920e8fce4f" providerId="AD" clId="Web-{04239577-49C3-7AC6-EB6C-2A952882130B}" dt="2024-10-28T02:08:46.569" v="0"/>
          <pc:sldLayoutMkLst>
            <pc:docMk/>
            <pc:sldMasterMk cId="242432031" sldId="2147483870"/>
            <pc:sldLayoutMk cId="2119645473" sldId="2147483879"/>
          </pc:sldLayoutMkLst>
        </pc:sldLayoutChg>
        <pc:sldLayoutChg chg="del">
          <pc:chgData name="Kerllie Georges" userId="S::kerlliegeorges_stud.chhs@tciedu.tc::d6a42ae6-e2a7-4679-83f3-45920e8fce4f" providerId="AD" clId="Web-{04239577-49C3-7AC6-EB6C-2A952882130B}" dt="2024-10-28T02:08:46.569" v="0"/>
          <pc:sldLayoutMkLst>
            <pc:docMk/>
            <pc:sldMasterMk cId="242432031" sldId="2147483870"/>
            <pc:sldLayoutMk cId="481650866" sldId="2147483880"/>
          </pc:sldLayoutMkLst>
        </pc:sldLayoutChg>
        <pc:sldLayoutChg chg="del">
          <pc:chgData name="Kerllie Georges" userId="S::kerlliegeorges_stud.chhs@tciedu.tc::d6a42ae6-e2a7-4679-83f3-45920e8fce4f" providerId="AD" clId="Web-{04239577-49C3-7AC6-EB6C-2A952882130B}" dt="2024-10-28T02:08:46.569" v="0"/>
          <pc:sldLayoutMkLst>
            <pc:docMk/>
            <pc:sldMasterMk cId="242432031" sldId="2147483870"/>
            <pc:sldLayoutMk cId="1354461512" sldId="2147483881"/>
          </pc:sldLayoutMkLst>
        </pc:sldLayoutChg>
      </pc:sldMasterChg>
      <pc:sldMasterChg chg="add del addSldLayout delSldLayout modSldLayout">
        <pc:chgData name="Kerllie Georges" userId="S::kerlliegeorges_stud.chhs@tciedu.tc::d6a42ae6-e2a7-4679-83f3-45920e8fce4f" providerId="AD" clId="Web-{04239577-49C3-7AC6-EB6C-2A952882130B}" dt="2024-10-28T02:08:59.585" v="1"/>
        <pc:sldMasterMkLst>
          <pc:docMk/>
          <pc:sldMasterMk cId="729379451" sldId="2147483882"/>
        </pc:sldMasterMkLst>
        <pc:sldLayoutChg chg="add del mod replId">
          <pc:chgData name="Kerllie Georges" userId="S::kerlliegeorges_stud.chhs@tciedu.tc::d6a42ae6-e2a7-4679-83f3-45920e8fce4f" providerId="AD" clId="Web-{04239577-49C3-7AC6-EB6C-2A952882130B}" dt="2024-10-28T02:08:59.585" v="1"/>
          <pc:sldLayoutMkLst>
            <pc:docMk/>
            <pc:sldMasterMk cId="729379451" sldId="2147483882"/>
            <pc:sldLayoutMk cId="2842845036" sldId="2147483883"/>
          </pc:sldLayoutMkLst>
        </pc:sldLayoutChg>
        <pc:sldLayoutChg chg="add del mod replId">
          <pc:chgData name="Kerllie Georges" userId="S::kerlliegeorges_stud.chhs@tciedu.tc::d6a42ae6-e2a7-4679-83f3-45920e8fce4f" providerId="AD" clId="Web-{04239577-49C3-7AC6-EB6C-2A952882130B}" dt="2024-10-28T02:08:59.585" v="1"/>
          <pc:sldLayoutMkLst>
            <pc:docMk/>
            <pc:sldMasterMk cId="729379451" sldId="2147483882"/>
            <pc:sldLayoutMk cId="397734730" sldId="2147483884"/>
          </pc:sldLayoutMkLst>
        </pc:sldLayoutChg>
        <pc:sldLayoutChg chg="add del mod replId">
          <pc:chgData name="Kerllie Georges" userId="S::kerlliegeorges_stud.chhs@tciedu.tc::d6a42ae6-e2a7-4679-83f3-45920e8fce4f" providerId="AD" clId="Web-{04239577-49C3-7AC6-EB6C-2A952882130B}" dt="2024-10-28T02:08:59.585" v="1"/>
          <pc:sldLayoutMkLst>
            <pc:docMk/>
            <pc:sldMasterMk cId="729379451" sldId="2147483882"/>
            <pc:sldLayoutMk cId="843908685" sldId="2147483885"/>
          </pc:sldLayoutMkLst>
        </pc:sldLayoutChg>
        <pc:sldLayoutChg chg="add del mod replId">
          <pc:chgData name="Kerllie Georges" userId="S::kerlliegeorges_stud.chhs@tciedu.tc::d6a42ae6-e2a7-4679-83f3-45920e8fce4f" providerId="AD" clId="Web-{04239577-49C3-7AC6-EB6C-2A952882130B}" dt="2024-10-28T02:08:59.585" v="1"/>
          <pc:sldLayoutMkLst>
            <pc:docMk/>
            <pc:sldMasterMk cId="729379451" sldId="2147483882"/>
            <pc:sldLayoutMk cId="1589313738" sldId="2147483886"/>
          </pc:sldLayoutMkLst>
        </pc:sldLayoutChg>
        <pc:sldLayoutChg chg="add del mod replId">
          <pc:chgData name="Kerllie Georges" userId="S::kerlliegeorges_stud.chhs@tciedu.tc::d6a42ae6-e2a7-4679-83f3-45920e8fce4f" providerId="AD" clId="Web-{04239577-49C3-7AC6-EB6C-2A952882130B}" dt="2024-10-28T02:08:59.585" v="1"/>
          <pc:sldLayoutMkLst>
            <pc:docMk/>
            <pc:sldMasterMk cId="729379451" sldId="2147483882"/>
            <pc:sldLayoutMk cId="1211579067" sldId="2147483887"/>
          </pc:sldLayoutMkLst>
        </pc:sldLayoutChg>
        <pc:sldLayoutChg chg="add del mod replId">
          <pc:chgData name="Kerllie Georges" userId="S::kerlliegeorges_stud.chhs@tciedu.tc::d6a42ae6-e2a7-4679-83f3-45920e8fce4f" providerId="AD" clId="Web-{04239577-49C3-7AC6-EB6C-2A952882130B}" dt="2024-10-28T02:08:59.585" v="1"/>
          <pc:sldLayoutMkLst>
            <pc:docMk/>
            <pc:sldMasterMk cId="729379451" sldId="2147483882"/>
            <pc:sldLayoutMk cId="4141743913" sldId="2147483888"/>
          </pc:sldLayoutMkLst>
        </pc:sldLayoutChg>
        <pc:sldLayoutChg chg="add del mod replId">
          <pc:chgData name="Kerllie Georges" userId="S::kerlliegeorges_stud.chhs@tciedu.tc::d6a42ae6-e2a7-4679-83f3-45920e8fce4f" providerId="AD" clId="Web-{04239577-49C3-7AC6-EB6C-2A952882130B}" dt="2024-10-28T02:08:59.585" v="1"/>
          <pc:sldLayoutMkLst>
            <pc:docMk/>
            <pc:sldMasterMk cId="729379451" sldId="2147483882"/>
            <pc:sldLayoutMk cId="3437362242" sldId="2147483889"/>
          </pc:sldLayoutMkLst>
        </pc:sldLayoutChg>
        <pc:sldLayoutChg chg="add del mod replId">
          <pc:chgData name="Kerllie Georges" userId="S::kerlliegeorges_stud.chhs@tciedu.tc::d6a42ae6-e2a7-4679-83f3-45920e8fce4f" providerId="AD" clId="Web-{04239577-49C3-7AC6-EB6C-2A952882130B}" dt="2024-10-28T02:08:59.585" v="1"/>
          <pc:sldLayoutMkLst>
            <pc:docMk/>
            <pc:sldMasterMk cId="729379451" sldId="2147483882"/>
            <pc:sldLayoutMk cId="1450402599" sldId="2147483890"/>
          </pc:sldLayoutMkLst>
        </pc:sldLayoutChg>
        <pc:sldLayoutChg chg="add del mod replId">
          <pc:chgData name="Kerllie Georges" userId="S::kerlliegeorges_stud.chhs@tciedu.tc::d6a42ae6-e2a7-4679-83f3-45920e8fce4f" providerId="AD" clId="Web-{04239577-49C3-7AC6-EB6C-2A952882130B}" dt="2024-10-28T02:08:59.585" v="1"/>
          <pc:sldLayoutMkLst>
            <pc:docMk/>
            <pc:sldMasterMk cId="729379451" sldId="2147483882"/>
            <pc:sldLayoutMk cId="685350488" sldId="2147483891"/>
          </pc:sldLayoutMkLst>
        </pc:sldLayoutChg>
        <pc:sldLayoutChg chg="add del mod replId">
          <pc:chgData name="Kerllie Georges" userId="S::kerlliegeorges_stud.chhs@tciedu.tc::d6a42ae6-e2a7-4679-83f3-45920e8fce4f" providerId="AD" clId="Web-{04239577-49C3-7AC6-EB6C-2A952882130B}" dt="2024-10-28T02:08:59.585" v="1"/>
          <pc:sldLayoutMkLst>
            <pc:docMk/>
            <pc:sldMasterMk cId="729379451" sldId="2147483882"/>
            <pc:sldLayoutMk cId="4152601834" sldId="2147483892"/>
          </pc:sldLayoutMkLst>
        </pc:sldLayoutChg>
        <pc:sldLayoutChg chg="add del mod replId">
          <pc:chgData name="Kerllie Georges" userId="S::kerlliegeorges_stud.chhs@tciedu.tc::d6a42ae6-e2a7-4679-83f3-45920e8fce4f" providerId="AD" clId="Web-{04239577-49C3-7AC6-EB6C-2A952882130B}" dt="2024-10-28T02:08:59.585" v="1"/>
          <pc:sldLayoutMkLst>
            <pc:docMk/>
            <pc:sldMasterMk cId="729379451" sldId="2147483882"/>
            <pc:sldLayoutMk cId="943488431" sldId="2147483893"/>
          </pc:sldLayoutMkLst>
        </pc:sldLayoutChg>
      </pc:sldMasterChg>
      <pc:sldMasterChg chg="add del addSldLayout delSldLayout modSldLayout">
        <pc:chgData name="Kerllie Georges" userId="S::kerlliegeorges_stud.chhs@tciedu.tc::d6a42ae6-e2a7-4679-83f3-45920e8fce4f" providerId="AD" clId="Web-{04239577-49C3-7AC6-EB6C-2A952882130B}" dt="2024-10-28T02:10:01.727" v="4"/>
        <pc:sldMasterMkLst>
          <pc:docMk/>
          <pc:sldMasterMk cId="952231064" sldId="2147483894"/>
        </pc:sldMasterMkLst>
        <pc:sldLayoutChg chg="add del mod replId">
          <pc:chgData name="Kerllie Georges" userId="S::kerlliegeorges_stud.chhs@tciedu.tc::d6a42ae6-e2a7-4679-83f3-45920e8fce4f" providerId="AD" clId="Web-{04239577-49C3-7AC6-EB6C-2A952882130B}" dt="2024-10-28T02:10:01.727" v="4"/>
          <pc:sldLayoutMkLst>
            <pc:docMk/>
            <pc:sldMasterMk cId="952231064" sldId="2147483894"/>
            <pc:sldLayoutMk cId="1158047414" sldId="2147483895"/>
          </pc:sldLayoutMkLst>
        </pc:sldLayoutChg>
        <pc:sldLayoutChg chg="add del mod replId">
          <pc:chgData name="Kerllie Georges" userId="S::kerlliegeorges_stud.chhs@tciedu.tc::d6a42ae6-e2a7-4679-83f3-45920e8fce4f" providerId="AD" clId="Web-{04239577-49C3-7AC6-EB6C-2A952882130B}" dt="2024-10-28T02:10:01.727" v="4"/>
          <pc:sldLayoutMkLst>
            <pc:docMk/>
            <pc:sldMasterMk cId="952231064" sldId="2147483894"/>
            <pc:sldLayoutMk cId="48584759" sldId="2147483896"/>
          </pc:sldLayoutMkLst>
        </pc:sldLayoutChg>
        <pc:sldLayoutChg chg="add del mod replId">
          <pc:chgData name="Kerllie Georges" userId="S::kerlliegeorges_stud.chhs@tciedu.tc::d6a42ae6-e2a7-4679-83f3-45920e8fce4f" providerId="AD" clId="Web-{04239577-49C3-7AC6-EB6C-2A952882130B}" dt="2024-10-28T02:10:01.727" v="4"/>
          <pc:sldLayoutMkLst>
            <pc:docMk/>
            <pc:sldMasterMk cId="952231064" sldId="2147483894"/>
            <pc:sldLayoutMk cId="3791712259" sldId="2147483897"/>
          </pc:sldLayoutMkLst>
        </pc:sldLayoutChg>
        <pc:sldLayoutChg chg="add del mod replId">
          <pc:chgData name="Kerllie Georges" userId="S::kerlliegeorges_stud.chhs@tciedu.tc::d6a42ae6-e2a7-4679-83f3-45920e8fce4f" providerId="AD" clId="Web-{04239577-49C3-7AC6-EB6C-2A952882130B}" dt="2024-10-28T02:10:01.727" v="4"/>
          <pc:sldLayoutMkLst>
            <pc:docMk/>
            <pc:sldMasterMk cId="952231064" sldId="2147483894"/>
            <pc:sldLayoutMk cId="2250969559" sldId="2147483898"/>
          </pc:sldLayoutMkLst>
        </pc:sldLayoutChg>
        <pc:sldLayoutChg chg="add del mod replId">
          <pc:chgData name="Kerllie Georges" userId="S::kerlliegeorges_stud.chhs@tciedu.tc::d6a42ae6-e2a7-4679-83f3-45920e8fce4f" providerId="AD" clId="Web-{04239577-49C3-7AC6-EB6C-2A952882130B}" dt="2024-10-28T02:10:01.727" v="4"/>
          <pc:sldLayoutMkLst>
            <pc:docMk/>
            <pc:sldMasterMk cId="952231064" sldId="2147483894"/>
            <pc:sldLayoutMk cId="2888810923" sldId="2147483899"/>
          </pc:sldLayoutMkLst>
        </pc:sldLayoutChg>
        <pc:sldLayoutChg chg="add del mod replId">
          <pc:chgData name="Kerllie Georges" userId="S::kerlliegeorges_stud.chhs@tciedu.tc::d6a42ae6-e2a7-4679-83f3-45920e8fce4f" providerId="AD" clId="Web-{04239577-49C3-7AC6-EB6C-2A952882130B}" dt="2024-10-28T02:10:01.727" v="4"/>
          <pc:sldLayoutMkLst>
            <pc:docMk/>
            <pc:sldMasterMk cId="952231064" sldId="2147483894"/>
            <pc:sldLayoutMk cId="2960538944" sldId="2147483900"/>
          </pc:sldLayoutMkLst>
        </pc:sldLayoutChg>
        <pc:sldLayoutChg chg="add del mod replId">
          <pc:chgData name="Kerllie Georges" userId="S::kerlliegeorges_stud.chhs@tciedu.tc::d6a42ae6-e2a7-4679-83f3-45920e8fce4f" providerId="AD" clId="Web-{04239577-49C3-7AC6-EB6C-2A952882130B}" dt="2024-10-28T02:10:01.727" v="4"/>
          <pc:sldLayoutMkLst>
            <pc:docMk/>
            <pc:sldMasterMk cId="952231064" sldId="2147483894"/>
            <pc:sldLayoutMk cId="2405153060" sldId="2147483901"/>
          </pc:sldLayoutMkLst>
        </pc:sldLayoutChg>
        <pc:sldLayoutChg chg="add del mod replId">
          <pc:chgData name="Kerllie Georges" userId="S::kerlliegeorges_stud.chhs@tciedu.tc::d6a42ae6-e2a7-4679-83f3-45920e8fce4f" providerId="AD" clId="Web-{04239577-49C3-7AC6-EB6C-2A952882130B}" dt="2024-10-28T02:10:01.727" v="4"/>
          <pc:sldLayoutMkLst>
            <pc:docMk/>
            <pc:sldMasterMk cId="952231064" sldId="2147483894"/>
            <pc:sldLayoutMk cId="1655938268" sldId="2147483902"/>
          </pc:sldLayoutMkLst>
        </pc:sldLayoutChg>
        <pc:sldLayoutChg chg="add del mod replId">
          <pc:chgData name="Kerllie Georges" userId="S::kerlliegeorges_stud.chhs@tciedu.tc::d6a42ae6-e2a7-4679-83f3-45920e8fce4f" providerId="AD" clId="Web-{04239577-49C3-7AC6-EB6C-2A952882130B}" dt="2024-10-28T02:10:01.727" v="4"/>
          <pc:sldLayoutMkLst>
            <pc:docMk/>
            <pc:sldMasterMk cId="952231064" sldId="2147483894"/>
            <pc:sldLayoutMk cId="3548141858" sldId="2147483903"/>
          </pc:sldLayoutMkLst>
        </pc:sldLayoutChg>
        <pc:sldLayoutChg chg="add del mod replId">
          <pc:chgData name="Kerllie Georges" userId="S::kerlliegeorges_stud.chhs@tciedu.tc::d6a42ae6-e2a7-4679-83f3-45920e8fce4f" providerId="AD" clId="Web-{04239577-49C3-7AC6-EB6C-2A952882130B}" dt="2024-10-28T02:10:01.727" v="4"/>
          <pc:sldLayoutMkLst>
            <pc:docMk/>
            <pc:sldMasterMk cId="952231064" sldId="2147483894"/>
            <pc:sldLayoutMk cId="2606913882" sldId="2147483904"/>
          </pc:sldLayoutMkLst>
        </pc:sldLayoutChg>
        <pc:sldLayoutChg chg="add del mod replId">
          <pc:chgData name="Kerllie Georges" userId="S::kerlliegeorges_stud.chhs@tciedu.tc::d6a42ae6-e2a7-4679-83f3-45920e8fce4f" providerId="AD" clId="Web-{04239577-49C3-7AC6-EB6C-2A952882130B}" dt="2024-10-28T02:10:01.727" v="4"/>
          <pc:sldLayoutMkLst>
            <pc:docMk/>
            <pc:sldMasterMk cId="952231064" sldId="2147483894"/>
            <pc:sldLayoutMk cId="4150973597" sldId="2147483905"/>
          </pc:sldLayoutMkLst>
        </pc:sldLayoutChg>
      </pc:sldMasterChg>
      <pc:sldMasterChg chg="add del addSldLayout delSldLayout modSldLayout">
        <pc:chgData name="Kerllie Georges" userId="S::kerlliegeorges_stud.chhs@tciedu.tc::d6a42ae6-e2a7-4679-83f3-45920e8fce4f" providerId="AD" clId="Web-{04239577-49C3-7AC6-EB6C-2A952882130B}" dt="2024-10-28T02:11:39.042" v="10"/>
        <pc:sldMasterMkLst>
          <pc:docMk/>
          <pc:sldMasterMk cId="3529270236" sldId="2147483906"/>
        </pc:sldMasterMkLst>
        <pc:sldLayoutChg chg="add del mod replId">
          <pc:chgData name="Kerllie Georges" userId="S::kerlliegeorges_stud.chhs@tciedu.tc::d6a42ae6-e2a7-4679-83f3-45920e8fce4f" providerId="AD" clId="Web-{04239577-49C3-7AC6-EB6C-2A952882130B}" dt="2024-10-28T02:11:39.042" v="10"/>
          <pc:sldLayoutMkLst>
            <pc:docMk/>
            <pc:sldMasterMk cId="3529270236" sldId="2147483906"/>
            <pc:sldLayoutMk cId="2959828720" sldId="2147483907"/>
          </pc:sldLayoutMkLst>
        </pc:sldLayoutChg>
        <pc:sldLayoutChg chg="add del mod replId">
          <pc:chgData name="Kerllie Georges" userId="S::kerlliegeorges_stud.chhs@tciedu.tc::d6a42ae6-e2a7-4679-83f3-45920e8fce4f" providerId="AD" clId="Web-{04239577-49C3-7AC6-EB6C-2A952882130B}" dt="2024-10-28T02:11:39.042" v="10"/>
          <pc:sldLayoutMkLst>
            <pc:docMk/>
            <pc:sldMasterMk cId="3529270236" sldId="2147483906"/>
            <pc:sldLayoutMk cId="497016505" sldId="2147483908"/>
          </pc:sldLayoutMkLst>
        </pc:sldLayoutChg>
        <pc:sldLayoutChg chg="add del mod replId">
          <pc:chgData name="Kerllie Georges" userId="S::kerlliegeorges_stud.chhs@tciedu.tc::d6a42ae6-e2a7-4679-83f3-45920e8fce4f" providerId="AD" clId="Web-{04239577-49C3-7AC6-EB6C-2A952882130B}" dt="2024-10-28T02:11:39.042" v="10"/>
          <pc:sldLayoutMkLst>
            <pc:docMk/>
            <pc:sldMasterMk cId="3529270236" sldId="2147483906"/>
            <pc:sldLayoutMk cId="244924097" sldId="2147483909"/>
          </pc:sldLayoutMkLst>
        </pc:sldLayoutChg>
        <pc:sldLayoutChg chg="add del mod replId">
          <pc:chgData name="Kerllie Georges" userId="S::kerlliegeorges_stud.chhs@tciedu.tc::d6a42ae6-e2a7-4679-83f3-45920e8fce4f" providerId="AD" clId="Web-{04239577-49C3-7AC6-EB6C-2A952882130B}" dt="2024-10-28T02:11:39.042" v="10"/>
          <pc:sldLayoutMkLst>
            <pc:docMk/>
            <pc:sldMasterMk cId="3529270236" sldId="2147483906"/>
            <pc:sldLayoutMk cId="1446273199" sldId="2147483910"/>
          </pc:sldLayoutMkLst>
        </pc:sldLayoutChg>
        <pc:sldLayoutChg chg="add del mod replId">
          <pc:chgData name="Kerllie Georges" userId="S::kerlliegeorges_stud.chhs@tciedu.tc::d6a42ae6-e2a7-4679-83f3-45920e8fce4f" providerId="AD" clId="Web-{04239577-49C3-7AC6-EB6C-2A952882130B}" dt="2024-10-28T02:11:39.042" v="10"/>
          <pc:sldLayoutMkLst>
            <pc:docMk/>
            <pc:sldMasterMk cId="3529270236" sldId="2147483906"/>
            <pc:sldLayoutMk cId="1004101645" sldId="2147483911"/>
          </pc:sldLayoutMkLst>
        </pc:sldLayoutChg>
        <pc:sldLayoutChg chg="add del mod replId">
          <pc:chgData name="Kerllie Georges" userId="S::kerlliegeorges_stud.chhs@tciedu.tc::d6a42ae6-e2a7-4679-83f3-45920e8fce4f" providerId="AD" clId="Web-{04239577-49C3-7AC6-EB6C-2A952882130B}" dt="2024-10-28T02:11:39.042" v="10"/>
          <pc:sldLayoutMkLst>
            <pc:docMk/>
            <pc:sldMasterMk cId="3529270236" sldId="2147483906"/>
            <pc:sldLayoutMk cId="1404169722" sldId="2147483912"/>
          </pc:sldLayoutMkLst>
        </pc:sldLayoutChg>
        <pc:sldLayoutChg chg="add del mod replId">
          <pc:chgData name="Kerllie Georges" userId="S::kerlliegeorges_stud.chhs@tciedu.tc::d6a42ae6-e2a7-4679-83f3-45920e8fce4f" providerId="AD" clId="Web-{04239577-49C3-7AC6-EB6C-2A952882130B}" dt="2024-10-28T02:11:39.042" v="10"/>
          <pc:sldLayoutMkLst>
            <pc:docMk/>
            <pc:sldMasterMk cId="3529270236" sldId="2147483906"/>
            <pc:sldLayoutMk cId="2001173315" sldId="2147483913"/>
          </pc:sldLayoutMkLst>
        </pc:sldLayoutChg>
        <pc:sldLayoutChg chg="add del mod replId">
          <pc:chgData name="Kerllie Georges" userId="S::kerlliegeorges_stud.chhs@tciedu.tc::d6a42ae6-e2a7-4679-83f3-45920e8fce4f" providerId="AD" clId="Web-{04239577-49C3-7AC6-EB6C-2A952882130B}" dt="2024-10-28T02:11:39.042" v="10"/>
          <pc:sldLayoutMkLst>
            <pc:docMk/>
            <pc:sldMasterMk cId="3529270236" sldId="2147483906"/>
            <pc:sldLayoutMk cId="1012554770" sldId="2147483914"/>
          </pc:sldLayoutMkLst>
        </pc:sldLayoutChg>
        <pc:sldLayoutChg chg="add del mod replId">
          <pc:chgData name="Kerllie Georges" userId="S::kerlliegeorges_stud.chhs@tciedu.tc::d6a42ae6-e2a7-4679-83f3-45920e8fce4f" providerId="AD" clId="Web-{04239577-49C3-7AC6-EB6C-2A952882130B}" dt="2024-10-28T02:11:39.042" v="10"/>
          <pc:sldLayoutMkLst>
            <pc:docMk/>
            <pc:sldMasterMk cId="3529270236" sldId="2147483906"/>
            <pc:sldLayoutMk cId="1985128125" sldId="2147483915"/>
          </pc:sldLayoutMkLst>
        </pc:sldLayoutChg>
        <pc:sldLayoutChg chg="add del mod replId">
          <pc:chgData name="Kerllie Georges" userId="S::kerlliegeorges_stud.chhs@tciedu.tc::d6a42ae6-e2a7-4679-83f3-45920e8fce4f" providerId="AD" clId="Web-{04239577-49C3-7AC6-EB6C-2A952882130B}" dt="2024-10-28T02:11:39.042" v="10"/>
          <pc:sldLayoutMkLst>
            <pc:docMk/>
            <pc:sldMasterMk cId="3529270236" sldId="2147483906"/>
            <pc:sldLayoutMk cId="2794069020" sldId="2147483916"/>
          </pc:sldLayoutMkLst>
        </pc:sldLayoutChg>
        <pc:sldLayoutChg chg="add del mod replId">
          <pc:chgData name="Kerllie Georges" userId="S::kerlliegeorges_stud.chhs@tciedu.tc::d6a42ae6-e2a7-4679-83f3-45920e8fce4f" providerId="AD" clId="Web-{04239577-49C3-7AC6-EB6C-2A952882130B}" dt="2024-10-28T02:11:39.042" v="10"/>
          <pc:sldLayoutMkLst>
            <pc:docMk/>
            <pc:sldMasterMk cId="3529270236" sldId="2147483906"/>
            <pc:sldLayoutMk cId="3551763433" sldId="2147483917"/>
          </pc:sldLayoutMkLst>
        </pc:sldLayoutChg>
      </pc:sldMasterChg>
      <pc:sldMasterChg chg="add del addSldLayout delSldLayout modSldLayout">
        <pc:chgData name="Kerllie Georges" userId="S::kerlliegeorges_stud.chhs@tciedu.tc::d6a42ae6-e2a7-4679-83f3-45920e8fce4f" providerId="AD" clId="Web-{04239577-49C3-7AC6-EB6C-2A952882130B}" dt="2024-10-28T02:12:01.543" v="11"/>
        <pc:sldMasterMkLst>
          <pc:docMk/>
          <pc:sldMasterMk cId="149994962" sldId="2147483918"/>
        </pc:sldMasterMkLst>
        <pc:sldLayoutChg chg="add del mod replId">
          <pc:chgData name="Kerllie Georges" userId="S::kerlliegeorges_stud.chhs@tciedu.tc::d6a42ae6-e2a7-4679-83f3-45920e8fce4f" providerId="AD" clId="Web-{04239577-49C3-7AC6-EB6C-2A952882130B}" dt="2024-10-28T02:12:01.543" v="11"/>
          <pc:sldLayoutMkLst>
            <pc:docMk/>
            <pc:sldMasterMk cId="149994962" sldId="2147483918"/>
            <pc:sldLayoutMk cId="3723988841" sldId="2147483919"/>
          </pc:sldLayoutMkLst>
        </pc:sldLayoutChg>
        <pc:sldLayoutChg chg="add del mod replId">
          <pc:chgData name="Kerllie Georges" userId="S::kerlliegeorges_stud.chhs@tciedu.tc::d6a42ae6-e2a7-4679-83f3-45920e8fce4f" providerId="AD" clId="Web-{04239577-49C3-7AC6-EB6C-2A952882130B}" dt="2024-10-28T02:12:01.543" v="11"/>
          <pc:sldLayoutMkLst>
            <pc:docMk/>
            <pc:sldMasterMk cId="149994962" sldId="2147483918"/>
            <pc:sldLayoutMk cId="2756348142" sldId="2147483920"/>
          </pc:sldLayoutMkLst>
        </pc:sldLayoutChg>
        <pc:sldLayoutChg chg="add del mod replId">
          <pc:chgData name="Kerllie Georges" userId="S::kerlliegeorges_stud.chhs@tciedu.tc::d6a42ae6-e2a7-4679-83f3-45920e8fce4f" providerId="AD" clId="Web-{04239577-49C3-7AC6-EB6C-2A952882130B}" dt="2024-10-28T02:12:01.543" v="11"/>
          <pc:sldLayoutMkLst>
            <pc:docMk/>
            <pc:sldMasterMk cId="149994962" sldId="2147483918"/>
            <pc:sldLayoutMk cId="1417260891" sldId="2147483921"/>
          </pc:sldLayoutMkLst>
        </pc:sldLayoutChg>
        <pc:sldLayoutChg chg="add del mod replId">
          <pc:chgData name="Kerllie Georges" userId="S::kerlliegeorges_stud.chhs@tciedu.tc::d6a42ae6-e2a7-4679-83f3-45920e8fce4f" providerId="AD" clId="Web-{04239577-49C3-7AC6-EB6C-2A952882130B}" dt="2024-10-28T02:12:01.543" v="11"/>
          <pc:sldLayoutMkLst>
            <pc:docMk/>
            <pc:sldMasterMk cId="149994962" sldId="2147483918"/>
            <pc:sldLayoutMk cId="2624538354" sldId="2147483922"/>
          </pc:sldLayoutMkLst>
        </pc:sldLayoutChg>
        <pc:sldLayoutChg chg="add del mod replId">
          <pc:chgData name="Kerllie Georges" userId="S::kerlliegeorges_stud.chhs@tciedu.tc::d6a42ae6-e2a7-4679-83f3-45920e8fce4f" providerId="AD" clId="Web-{04239577-49C3-7AC6-EB6C-2A952882130B}" dt="2024-10-28T02:12:01.543" v="11"/>
          <pc:sldLayoutMkLst>
            <pc:docMk/>
            <pc:sldMasterMk cId="149994962" sldId="2147483918"/>
            <pc:sldLayoutMk cId="3065573652" sldId="2147483923"/>
          </pc:sldLayoutMkLst>
        </pc:sldLayoutChg>
        <pc:sldLayoutChg chg="add del mod replId">
          <pc:chgData name="Kerllie Georges" userId="S::kerlliegeorges_stud.chhs@tciedu.tc::d6a42ae6-e2a7-4679-83f3-45920e8fce4f" providerId="AD" clId="Web-{04239577-49C3-7AC6-EB6C-2A952882130B}" dt="2024-10-28T02:12:01.543" v="11"/>
          <pc:sldLayoutMkLst>
            <pc:docMk/>
            <pc:sldMasterMk cId="149994962" sldId="2147483918"/>
            <pc:sldLayoutMk cId="4078914264" sldId="2147483924"/>
          </pc:sldLayoutMkLst>
        </pc:sldLayoutChg>
        <pc:sldLayoutChg chg="add del mod replId">
          <pc:chgData name="Kerllie Georges" userId="S::kerlliegeorges_stud.chhs@tciedu.tc::d6a42ae6-e2a7-4679-83f3-45920e8fce4f" providerId="AD" clId="Web-{04239577-49C3-7AC6-EB6C-2A952882130B}" dt="2024-10-28T02:12:01.543" v="11"/>
          <pc:sldLayoutMkLst>
            <pc:docMk/>
            <pc:sldMasterMk cId="149994962" sldId="2147483918"/>
            <pc:sldLayoutMk cId="3263374248" sldId="2147483925"/>
          </pc:sldLayoutMkLst>
        </pc:sldLayoutChg>
        <pc:sldLayoutChg chg="add del mod replId">
          <pc:chgData name="Kerllie Georges" userId="S::kerlliegeorges_stud.chhs@tciedu.tc::d6a42ae6-e2a7-4679-83f3-45920e8fce4f" providerId="AD" clId="Web-{04239577-49C3-7AC6-EB6C-2A952882130B}" dt="2024-10-28T02:12:01.543" v="11"/>
          <pc:sldLayoutMkLst>
            <pc:docMk/>
            <pc:sldMasterMk cId="149994962" sldId="2147483918"/>
            <pc:sldLayoutMk cId="3157778877" sldId="2147483926"/>
          </pc:sldLayoutMkLst>
        </pc:sldLayoutChg>
        <pc:sldLayoutChg chg="add del mod replId">
          <pc:chgData name="Kerllie Georges" userId="S::kerlliegeorges_stud.chhs@tciedu.tc::d6a42ae6-e2a7-4679-83f3-45920e8fce4f" providerId="AD" clId="Web-{04239577-49C3-7AC6-EB6C-2A952882130B}" dt="2024-10-28T02:12:01.543" v="11"/>
          <pc:sldLayoutMkLst>
            <pc:docMk/>
            <pc:sldMasterMk cId="149994962" sldId="2147483918"/>
            <pc:sldLayoutMk cId="607997077" sldId="2147483927"/>
          </pc:sldLayoutMkLst>
        </pc:sldLayoutChg>
        <pc:sldLayoutChg chg="add del mod replId">
          <pc:chgData name="Kerllie Georges" userId="S::kerlliegeorges_stud.chhs@tciedu.tc::d6a42ae6-e2a7-4679-83f3-45920e8fce4f" providerId="AD" clId="Web-{04239577-49C3-7AC6-EB6C-2A952882130B}" dt="2024-10-28T02:12:01.543" v="11"/>
          <pc:sldLayoutMkLst>
            <pc:docMk/>
            <pc:sldMasterMk cId="149994962" sldId="2147483918"/>
            <pc:sldLayoutMk cId="1756817217" sldId="2147483928"/>
          </pc:sldLayoutMkLst>
        </pc:sldLayoutChg>
        <pc:sldLayoutChg chg="add del mod replId">
          <pc:chgData name="Kerllie Georges" userId="S::kerlliegeorges_stud.chhs@tciedu.tc::d6a42ae6-e2a7-4679-83f3-45920e8fce4f" providerId="AD" clId="Web-{04239577-49C3-7AC6-EB6C-2A952882130B}" dt="2024-10-28T02:12:01.543" v="11"/>
          <pc:sldLayoutMkLst>
            <pc:docMk/>
            <pc:sldMasterMk cId="149994962" sldId="2147483918"/>
            <pc:sldLayoutMk cId="4030136452" sldId="2147483929"/>
          </pc:sldLayoutMkLst>
        </pc:sldLayoutChg>
      </pc:sldMasterChg>
      <pc:sldMasterChg chg="add del addSldLayout delSldLayout modSldLayout">
        <pc:chgData name="Kerllie Georges" userId="S::kerlliegeorges_stud.chhs@tciedu.tc::d6a42ae6-e2a7-4679-83f3-45920e8fce4f" providerId="AD" clId="Web-{04239577-49C3-7AC6-EB6C-2A952882130B}" dt="2024-10-28T02:12:35.825" v="12"/>
        <pc:sldMasterMkLst>
          <pc:docMk/>
          <pc:sldMasterMk cId="2635642834" sldId="2147483930"/>
        </pc:sldMasterMkLst>
        <pc:sldLayoutChg chg="add del mod replId">
          <pc:chgData name="Kerllie Georges" userId="S::kerlliegeorges_stud.chhs@tciedu.tc::d6a42ae6-e2a7-4679-83f3-45920e8fce4f" providerId="AD" clId="Web-{04239577-49C3-7AC6-EB6C-2A952882130B}" dt="2024-10-28T02:12:35.825" v="12"/>
          <pc:sldLayoutMkLst>
            <pc:docMk/>
            <pc:sldMasterMk cId="2635642834" sldId="2147483930"/>
            <pc:sldLayoutMk cId="249467164" sldId="2147483931"/>
          </pc:sldLayoutMkLst>
        </pc:sldLayoutChg>
        <pc:sldLayoutChg chg="add del mod replId">
          <pc:chgData name="Kerllie Georges" userId="S::kerlliegeorges_stud.chhs@tciedu.tc::d6a42ae6-e2a7-4679-83f3-45920e8fce4f" providerId="AD" clId="Web-{04239577-49C3-7AC6-EB6C-2A952882130B}" dt="2024-10-28T02:12:35.825" v="12"/>
          <pc:sldLayoutMkLst>
            <pc:docMk/>
            <pc:sldMasterMk cId="2635642834" sldId="2147483930"/>
            <pc:sldLayoutMk cId="957721124" sldId="2147483932"/>
          </pc:sldLayoutMkLst>
        </pc:sldLayoutChg>
        <pc:sldLayoutChg chg="add del mod replId">
          <pc:chgData name="Kerllie Georges" userId="S::kerlliegeorges_stud.chhs@tciedu.tc::d6a42ae6-e2a7-4679-83f3-45920e8fce4f" providerId="AD" clId="Web-{04239577-49C3-7AC6-EB6C-2A952882130B}" dt="2024-10-28T02:12:35.825" v="12"/>
          <pc:sldLayoutMkLst>
            <pc:docMk/>
            <pc:sldMasterMk cId="2635642834" sldId="2147483930"/>
            <pc:sldLayoutMk cId="2443622784" sldId="2147483933"/>
          </pc:sldLayoutMkLst>
        </pc:sldLayoutChg>
        <pc:sldLayoutChg chg="add del mod replId">
          <pc:chgData name="Kerllie Georges" userId="S::kerlliegeorges_stud.chhs@tciedu.tc::d6a42ae6-e2a7-4679-83f3-45920e8fce4f" providerId="AD" clId="Web-{04239577-49C3-7AC6-EB6C-2A952882130B}" dt="2024-10-28T02:12:35.825" v="12"/>
          <pc:sldLayoutMkLst>
            <pc:docMk/>
            <pc:sldMasterMk cId="2635642834" sldId="2147483930"/>
            <pc:sldLayoutMk cId="3816212852" sldId="2147483934"/>
          </pc:sldLayoutMkLst>
        </pc:sldLayoutChg>
        <pc:sldLayoutChg chg="add del mod replId">
          <pc:chgData name="Kerllie Georges" userId="S::kerlliegeorges_stud.chhs@tciedu.tc::d6a42ae6-e2a7-4679-83f3-45920e8fce4f" providerId="AD" clId="Web-{04239577-49C3-7AC6-EB6C-2A952882130B}" dt="2024-10-28T02:12:35.825" v="12"/>
          <pc:sldLayoutMkLst>
            <pc:docMk/>
            <pc:sldMasterMk cId="2635642834" sldId="2147483930"/>
            <pc:sldLayoutMk cId="1485299508" sldId="2147483935"/>
          </pc:sldLayoutMkLst>
        </pc:sldLayoutChg>
        <pc:sldLayoutChg chg="add del mod replId">
          <pc:chgData name="Kerllie Georges" userId="S::kerlliegeorges_stud.chhs@tciedu.tc::d6a42ae6-e2a7-4679-83f3-45920e8fce4f" providerId="AD" clId="Web-{04239577-49C3-7AC6-EB6C-2A952882130B}" dt="2024-10-28T02:12:35.825" v="12"/>
          <pc:sldLayoutMkLst>
            <pc:docMk/>
            <pc:sldMasterMk cId="2635642834" sldId="2147483930"/>
            <pc:sldLayoutMk cId="1038489826" sldId="2147483936"/>
          </pc:sldLayoutMkLst>
        </pc:sldLayoutChg>
        <pc:sldLayoutChg chg="add del mod replId">
          <pc:chgData name="Kerllie Georges" userId="S::kerlliegeorges_stud.chhs@tciedu.tc::d6a42ae6-e2a7-4679-83f3-45920e8fce4f" providerId="AD" clId="Web-{04239577-49C3-7AC6-EB6C-2A952882130B}" dt="2024-10-28T02:12:35.825" v="12"/>
          <pc:sldLayoutMkLst>
            <pc:docMk/>
            <pc:sldMasterMk cId="2635642834" sldId="2147483930"/>
            <pc:sldLayoutMk cId="330321679" sldId="2147483937"/>
          </pc:sldLayoutMkLst>
        </pc:sldLayoutChg>
        <pc:sldLayoutChg chg="add del mod replId">
          <pc:chgData name="Kerllie Georges" userId="S::kerlliegeorges_stud.chhs@tciedu.tc::d6a42ae6-e2a7-4679-83f3-45920e8fce4f" providerId="AD" clId="Web-{04239577-49C3-7AC6-EB6C-2A952882130B}" dt="2024-10-28T02:12:35.825" v="12"/>
          <pc:sldLayoutMkLst>
            <pc:docMk/>
            <pc:sldMasterMk cId="2635642834" sldId="2147483930"/>
            <pc:sldLayoutMk cId="2808272115" sldId="2147483938"/>
          </pc:sldLayoutMkLst>
        </pc:sldLayoutChg>
        <pc:sldLayoutChg chg="add del mod replId">
          <pc:chgData name="Kerllie Georges" userId="S::kerlliegeorges_stud.chhs@tciedu.tc::d6a42ae6-e2a7-4679-83f3-45920e8fce4f" providerId="AD" clId="Web-{04239577-49C3-7AC6-EB6C-2A952882130B}" dt="2024-10-28T02:12:35.825" v="12"/>
          <pc:sldLayoutMkLst>
            <pc:docMk/>
            <pc:sldMasterMk cId="2635642834" sldId="2147483930"/>
            <pc:sldLayoutMk cId="4194026967" sldId="2147483939"/>
          </pc:sldLayoutMkLst>
        </pc:sldLayoutChg>
        <pc:sldLayoutChg chg="add del mod replId">
          <pc:chgData name="Kerllie Georges" userId="S::kerlliegeorges_stud.chhs@tciedu.tc::d6a42ae6-e2a7-4679-83f3-45920e8fce4f" providerId="AD" clId="Web-{04239577-49C3-7AC6-EB6C-2A952882130B}" dt="2024-10-28T02:12:35.825" v="12"/>
          <pc:sldLayoutMkLst>
            <pc:docMk/>
            <pc:sldMasterMk cId="2635642834" sldId="2147483930"/>
            <pc:sldLayoutMk cId="69771788" sldId="2147483940"/>
          </pc:sldLayoutMkLst>
        </pc:sldLayoutChg>
        <pc:sldLayoutChg chg="add del mod replId">
          <pc:chgData name="Kerllie Georges" userId="S::kerlliegeorges_stud.chhs@tciedu.tc::d6a42ae6-e2a7-4679-83f3-45920e8fce4f" providerId="AD" clId="Web-{04239577-49C3-7AC6-EB6C-2A952882130B}" dt="2024-10-28T02:12:35.825" v="12"/>
          <pc:sldLayoutMkLst>
            <pc:docMk/>
            <pc:sldMasterMk cId="2635642834" sldId="2147483930"/>
            <pc:sldLayoutMk cId="1320021652" sldId="2147483941"/>
          </pc:sldLayoutMkLst>
        </pc:sldLayoutChg>
      </pc:sldMasterChg>
      <pc:sldMasterChg chg="add del addSldLayout delSldLayout modSldLayout">
        <pc:chgData name="Kerllie Georges" userId="S::kerlliegeorges_stud.chhs@tciedu.tc::d6a42ae6-e2a7-4679-83f3-45920e8fce4f" providerId="AD" clId="Web-{04239577-49C3-7AC6-EB6C-2A952882130B}" dt="2024-10-28T02:12:38.450" v="13"/>
        <pc:sldMasterMkLst>
          <pc:docMk/>
          <pc:sldMasterMk cId="865093079" sldId="2147483942"/>
        </pc:sldMasterMkLst>
        <pc:sldLayoutChg chg="add del mod replId">
          <pc:chgData name="Kerllie Georges" userId="S::kerlliegeorges_stud.chhs@tciedu.tc::d6a42ae6-e2a7-4679-83f3-45920e8fce4f" providerId="AD" clId="Web-{04239577-49C3-7AC6-EB6C-2A952882130B}" dt="2024-10-28T02:12:38.450" v="13"/>
          <pc:sldLayoutMkLst>
            <pc:docMk/>
            <pc:sldMasterMk cId="865093079" sldId="2147483942"/>
            <pc:sldLayoutMk cId="575659013" sldId="2147483943"/>
          </pc:sldLayoutMkLst>
        </pc:sldLayoutChg>
        <pc:sldLayoutChg chg="add del mod replId">
          <pc:chgData name="Kerllie Georges" userId="S::kerlliegeorges_stud.chhs@tciedu.tc::d6a42ae6-e2a7-4679-83f3-45920e8fce4f" providerId="AD" clId="Web-{04239577-49C3-7AC6-EB6C-2A952882130B}" dt="2024-10-28T02:12:38.450" v="13"/>
          <pc:sldLayoutMkLst>
            <pc:docMk/>
            <pc:sldMasterMk cId="865093079" sldId="2147483942"/>
            <pc:sldLayoutMk cId="725110156" sldId="2147483944"/>
          </pc:sldLayoutMkLst>
        </pc:sldLayoutChg>
        <pc:sldLayoutChg chg="add del mod replId">
          <pc:chgData name="Kerllie Georges" userId="S::kerlliegeorges_stud.chhs@tciedu.tc::d6a42ae6-e2a7-4679-83f3-45920e8fce4f" providerId="AD" clId="Web-{04239577-49C3-7AC6-EB6C-2A952882130B}" dt="2024-10-28T02:12:38.450" v="13"/>
          <pc:sldLayoutMkLst>
            <pc:docMk/>
            <pc:sldMasterMk cId="865093079" sldId="2147483942"/>
            <pc:sldLayoutMk cId="1988652770" sldId="2147483945"/>
          </pc:sldLayoutMkLst>
        </pc:sldLayoutChg>
        <pc:sldLayoutChg chg="add del mod replId">
          <pc:chgData name="Kerllie Georges" userId="S::kerlliegeorges_stud.chhs@tciedu.tc::d6a42ae6-e2a7-4679-83f3-45920e8fce4f" providerId="AD" clId="Web-{04239577-49C3-7AC6-EB6C-2A952882130B}" dt="2024-10-28T02:12:38.450" v="13"/>
          <pc:sldLayoutMkLst>
            <pc:docMk/>
            <pc:sldMasterMk cId="865093079" sldId="2147483942"/>
            <pc:sldLayoutMk cId="3616365506" sldId="2147483946"/>
          </pc:sldLayoutMkLst>
        </pc:sldLayoutChg>
        <pc:sldLayoutChg chg="add del mod replId">
          <pc:chgData name="Kerllie Georges" userId="S::kerlliegeorges_stud.chhs@tciedu.tc::d6a42ae6-e2a7-4679-83f3-45920e8fce4f" providerId="AD" clId="Web-{04239577-49C3-7AC6-EB6C-2A952882130B}" dt="2024-10-28T02:12:38.450" v="13"/>
          <pc:sldLayoutMkLst>
            <pc:docMk/>
            <pc:sldMasterMk cId="865093079" sldId="2147483942"/>
            <pc:sldLayoutMk cId="2481308048" sldId="2147483947"/>
          </pc:sldLayoutMkLst>
        </pc:sldLayoutChg>
        <pc:sldLayoutChg chg="add del mod replId">
          <pc:chgData name="Kerllie Georges" userId="S::kerlliegeorges_stud.chhs@tciedu.tc::d6a42ae6-e2a7-4679-83f3-45920e8fce4f" providerId="AD" clId="Web-{04239577-49C3-7AC6-EB6C-2A952882130B}" dt="2024-10-28T02:12:38.450" v="13"/>
          <pc:sldLayoutMkLst>
            <pc:docMk/>
            <pc:sldMasterMk cId="865093079" sldId="2147483942"/>
            <pc:sldLayoutMk cId="1957165906" sldId="2147483948"/>
          </pc:sldLayoutMkLst>
        </pc:sldLayoutChg>
        <pc:sldLayoutChg chg="add del mod replId">
          <pc:chgData name="Kerllie Georges" userId="S::kerlliegeorges_stud.chhs@tciedu.tc::d6a42ae6-e2a7-4679-83f3-45920e8fce4f" providerId="AD" clId="Web-{04239577-49C3-7AC6-EB6C-2A952882130B}" dt="2024-10-28T02:12:38.450" v="13"/>
          <pc:sldLayoutMkLst>
            <pc:docMk/>
            <pc:sldMasterMk cId="865093079" sldId="2147483942"/>
            <pc:sldLayoutMk cId="3049624254" sldId="2147483949"/>
          </pc:sldLayoutMkLst>
        </pc:sldLayoutChg>
        <pc:sldLayoutChg chg="add del mod replId">
          <pc:chgData name="Kerllie Georges" userId="S::kerlliegeorges_stud.chhs@tciedu.tc::d6a42ae6-e2a7-4679-83f3-45920e8fce4f" providerId="AD" clId="Web-{04239577-49C3-7AC6-EB6C-2A952882130B}" dt="2024-10-28T02:12:38.450" v="13"/>
          <pc:sldLayoutMkLst>
            <pc:docMk/>
            <pc:sldMasterMk cId="865093079" sldId="2147483942"/>
            <pc:sldLayoutMk cId="3723713245" sldId="2147483950"/>
          </pc:sldLayoutMkLst>
        </pc:sldLayoutChg>
        <pc:sldLayoutChg chg="add del mod replId">
          <pc:chgData name="Kerllie Georges" userId="S::kerlliegeorges_stud.chhs@tciedu.tc::d6a42ae6-e2a7-4679-83f3-45920e8fce4f" providerId="AD" clId="Web-{04239577-49C3-7AC6-EB6C-2A952882130B}" dt="2024-10-28T02:12:38.450" v="13"/>
          <pc:sldLayoutMkLst>
            <pc:docMk/>
            <pc:sldMasterMk cId="865093079" sldId="2147483942"/>
            <pc:sldLayoutMk cId="975696965" sldId="2147483951"/>
          </pc:sldLayoutMkLst>
        </pc:sldLayoutChg>
        <pc:sldLayoutChg chg="add del mod replId">
          <pc:chgData name="Kerllie Georges" userId="S::kerlliegeorges_stud.chhs@tciedu.tc::d6a42ae6-e2a7-4679-83f3-45920e8fce4f" providerId="AD" clId="Web-{04239577-49C3-7AC6-EB6C-2A952882130B}" dt="2024-10-28T02:12:38.450" v="13"/>
          <pc:sldLayoutMkLst>
            <pc:docMk/>
            <pc:sldMasterMk cId="865093079" sldId="2147483942"/>
            <pc:sldLayoutMk cId="3035775531" sldId="2147483952"/>
          </pc:sldLayoutMkLst>
        </pc:sldLayoutChg>
        <pc:sldLayoutChg chg="add del mod replId">
          <pc:chgData name="Kerllie Georges" userId="S::kerlliegeorges_stud.chhs@tciedu.tc::d6a42ae6-e2a7-4679-83f3-45920e8fce4f" providerId="AD" clId="Web-{04239577-49C3-7AC6-EB6C-2A952882130B}" dt="2024-10-28T02:12:38.450" v="13"/>
          <pc:sldLayoutMkLst>
            <pc:docMk/>
            <pc:sldMasterMk cId="865093079" sldId="2147483942"/>
            <pc:sldLayoutMk cId="3222186609" sldId="2147483953"/>
          </pc:sldLayoutMkLst>
        </pc:sldLayoutChg>
      </pc:sldMasterChg>
      <pc:sldMasterChg chg="add del addSldLayout delSldLayout modSldLayout">
        <pc:chgData name="Kerllie Georges" userId="S::kerlliegeorges_stud.chhs@tciedu.tc::d6a42ae6-e2a7-4679-83f3-45920e8fce4f" providerId="AD" clId="Web-{04239577-49C3-7AC6-EB6C-2A952882130B}" dt="2024-10-28T02:13:46.436" v="14"/>
        <pc:sldMasterMkLst>
          <pc:docMk/>
          <pc:sldMasterMk cId="904220806" sldId="2147483954"/>
        </pc:sldMasterMkLst>
        <pc:sldLayoutChg chg="add del mod replId">
          <pc:chgData name="Kerllie Georges" userId="S::kerlliegeorges_stud.chhs@tciedu.tc::d6a42ae6-e2a7-4679-83f3-45920e8fce4f" providerId="AD" clId="Web-{04239577-49C3-7AC6-EB6C-2A952882130B}" dt="2024-10-28T02:13:46.436" v="14"/>
          <pc:sldLayoutMkLst>
            <pc:docMk/>
            <pc:sldMasterMk cId="904220806" sldId="2147483954"/>
            <pc:sldLayoutMk cId="527634975" sldId="2147483955"/>
          </pc:sldLayoutMkLst>
        </pc:sldLayoutChg>
        <pc:sldLayoutChg chg="add del mod replId">
          <pc:chgData name="Kerllie Georges" userId="S::kerlliegeorges_stud.chhs@tciedu.tc::d6a42ae6-e2a7-4679-83f3-45920e8fce4f" providerId="AD" clId="Web-{04239577-49C3-7AC6-EB6C-2A952882130B}" dt="2024-10-28T02:13:46.436" v="14"/>
          <pc:sldLayoutMkLst>
            <pc:docMk/>
            <pc:sldMasterMk cId="904220806" sldId="2147483954"/>
            <pc:sldLayoutMk cId="2309623469" sldId="2147483956"/>
          </pc:sldLayoutMkLst>
        </pc:sldLayoutChg>
        <pc:sldLayoutChg chg="add del mod replId">
          <pc:chgData name="Kerllie Georges" userId="S::kerlliegeorges_stud.chhs@tciedu.tc::d6a42ae6-e2a7-4679-83f3-45920e8fce4f" providerId="AD" clId="Web-{04239577-49C3-7AC6-EB6C-2A952882130B}" dt="2024-10-28T02:13:46.436" v="14"/>
          <pc:sldLayoutMkLst>
            <pc:docMk/>
            <pc:sldMasterMk cId="904220806" sldId="2147483954"/>
            <pc:sldLayoutMk cId="2172937441" sldId="2147483957"/>
          </pc:sldLayoutMkLst>
        </pc:sldLayoutChg>
        <pc:sldLayoutChg chg="add del mod replId">
          <pc:chgData name="Kerllie Georges" userId="S::kerlliegeorges_stud.chhs@tciedu.tc::d6a42ae6-e2a7-4679-83f3-45920e8fce4f" providerId="AD" clId="Web-{04239577-49C3-7AC6-EB6C-2A952882130B}" dt="2024-10-28T02:13:46.436" v="14"/>
          <pc:sldLayoutMkLst>
            <pc:docMk/>
            <pc:sldMasterMk cId="904220806" sldId="2147483954"/>
            <pc:sldLayoutMk cId="127946837" sldId="2147483958"/>
          </pc:sldLayoutMkLst>
        </pc:sldLayoutChg>
        <pc:sldLayoutChg chg="add del mod replId">
          <pc:chgData name="Kerllie Georges" userId="S::kerlliegeorges_stud.chhs@tciedu.tc::d6a42ae6-e2a7-4679-83f3-45920e8fce4f" providerId="AD" clId="Web-{04239577-49C3-7AC6-EB6C-2A952882130B}" dt="2024-10-28T02:13:46.436" v="14"/>
          <pc:sldLayoutMkLst>
            <pc:docMk/>
            <pc:sldMasterMk cId="904220806" sldId="2147483954"/>
            <pc:sldLayoutMk cId="1871015740" sldId="2147483959"/>
          </pc:sldLayoutMkLst>
        </pc:sldLayoutChg>
        <pc:sldLayoutChg chg="add del mod replId">
          <pc:chgData name="Kerllie Georges" userId="S::kerlliegeorges_stud.chhs@tciedu.tc::d6a42ae6-e2a7-4679-83f3-45920e8fce4f" providerId="AD" clId="Web-{04239577-49C3-7AC6-EB6C-2A952882130B}" dt="2024-10-28T02:13:46.436" v="14"/>
          <pc:sldLayoutMkLst>
            <pc:docMk/>
            <pc:sldMasterMk cId="904220806" sldId="2147483954"/>
            <pc:sldLayoutMk cId="60967238" sldId="2147483960"/>
          </pc:sldLayoutMkLst>
        </pc:sldLayoutChg>
        <pc:sldLayoutChg chg="add del mod replId">
          <pc:chgData name="Kerllie Georges" userId="S::kerlliegeorges_stud.chhs@tciedu.tc::d6a42ae6-e2a7-4679-83f3-45920e8fce4f" providerId="AD" clId="Web-{04239577-49C3-7AC6-EB6C-2A952882130B}" dt="2024-10-28T02:13:46.436" v="14"/>
          <pc:sldLayoutMkLst>
            <pc:docMk/>
            <pc:sldMasterMk cId="904220806" sldId="2147483954"/>
            <pc:sldLayoutMk cId="2212635545" sldId="2147483961"/>
          </pc:sldLayoutMkLst>
        </pc:sldLayoutChg>
        <pc:sldLayoutChg chg="add del mod replId">
          <pc:chgData name="Kerllie Georges" userId="S::kerlliegeorges_stud.chhs@tciedu.tc::d6a42ae6-e2a7-4679-83f3-45920e8fce4f" providerId="AD" clId="Web-{04239577-49C3-7AC6-EB6C-2A952882130B}" dt="2024-10-28T02:13:46.436" v="14"/>
          <pc:sldLayoutMkLst>
            <pc:docMk/>
            <pc:sldMasterMk cId="904220806" sldId="2147483954"/>
            <pc:sldLayoutMk cId="211564036" sldId="2147483962"/>
          </pc:sldLayoutMkLst>
        </pc:sldLayoutChg>
        <pc:sldLayoutChg chg="add del mod replId">
          <pc:chgData name="Kerllie Georges" userId="S::kerlliegeorges_stud.chhs@tciedu.tc::d6a42ae6-e2a7-4679-83f3-45920e8fce4f" providerId="AD" clId="Web-{04239577-49C3-7AC6-EB6C-2A952882130B}" dt="2024-10-28T02:13:46.436" v="14"/>
          <pc:sldLayoutMkLst>
            <pc:docMk/>
            <pc:sldMasterMk cId="904220806" sldId="2147483954"/>
            <pc:sldLayoutMk cId="1010448733" sldId="2147483963"/>
          </pc:sldLayoutMkLst>
        </pc:sldLayoutChg>
        <pc:sldLayoutChg chg="add del mod replId">
          <pc:chgData name="Kerllie Georges" userId="S::kerlliegeorges_stud.chhs@tciedu.tc::d6a42ae6-e2a7-4679-83f3-45920e8fce4f" providerId="AD" clId="Web-{04239577-49C3-7AC6-EB6C-2A952882130B}" dt="2024-10-28T02:13:46.436" v="14"/>
          <pc:sldLayoutMkLst>
            <pc:docMk/>
            <pc:sldMasterMk cId="904220806" sldId="2147483954"/>
            <pc:sldLayoutMk cId="2486301087" sldId="2147483964"/>
          </pc:sldLayoutMkLst>
        </pc:sldLayoutChg>
        <pc:sldLayoutChg chg="add del mod replId">
          <pc:chgData name="Kerllie Georges" userId="S::kerlliegeorges_stud.chhs@tciedu.tc::d6a42ae6-e2a7-4679-83f3-45920e8fce4f" providerId="AD" clId="Web-{04239577-49C3-7AC6-EB6C-2A952882130B}" dt="2024-10-28T02:13:46.436" v="14"/>
          <pc:sldLayoutMkLst>
            <pc:docMk/>
            <pc:sldMasterMk cId="904220806" sldId="2147483954"/>
            <pc:sldLayoutMk cId="4253443555" sldId="2147483965"/>
          </pc:sldLayoutMkLst>
        </pc:sldLayoutChg>
      </pc:sldMasterChg>
      <pc:sldMasterChg chg="add del addSldLayout delSldLayout modSldLayout">
        <pc:chgData name="Kerllie Georges" userId="S::kerlliegeorges_stud.chhs@tciedu.tc::d6a42ae6-e2a7-4679-83f3-45920e8fce4f" providerId="AD" clId="Web-{04239577-49C3-7AC6-EB6C-2A952882130B}" dt="2024-10-28T02:14:58" v="15"/>
        <pc:sldMasterMkLst>
          <pc:docMk/>
          <pc:sldMasterMk cId="2100446250" sldId="2147483966"/>
        </pc:sldMasterMkLst>
        <pc:sldLayoutChg chg="add del mod replId">
          <pc:chgData name="Kerllie Georges" userId="S::kerlliegeorges_stud.chhs@tciedu.tc::d6a42ae6-e2a7-4679-83f3-45920e8fce4f" providerId="AD" clId="Web-{04239577-49C3-7AC6-EB6C-2A952882130B}" dt="2024-10-28T02:14:58" v="15"/>
          <pc:sldLayoutMkLst>
            <pc:docMk/>
            <pc:sldMasterMk cId="2100446250" sldId="2147483966"/>
            <pc:sldLayoutMk cId="4291279169" sldId="2147483967"/>
          </pc:sldLayoutMkLst>
        </pc:sldLayoutChg>
        <pc:sldLayoutChg chg="add del mod replId">
          <pc:chgData name="Kerllie Georges" userId="S::kerlliegeorges_stud.chhs@tciedu.tc::d6a42ae6-e2a7-4679-83f3-45920e8fce4f" providerId="AD" clId="Web-{04239577-49C3-7AC6-EB6C-2A952882130B}" dt="2024-10-28T02:14:58" v="15"/>
          <pc:sldLayoutMkLst>
            <pc:docMk/>
            <pc:sldMasterMk cId="2100446250" sldId="2147483966"/>
            <pc:sldLayoutMk cId="2239088780" sldId="2147483968"/>
          </pc:sldLayoutMkLst>
        </pc:sldLayoutChg>
        <pc:sldLayoutChg chg="add del mod replId">
          <pc:chgData name="Kerllie Georges" userId="S::kerlliegeorges_stud.chhs@tciedu.tc::d6a42ae6-e2a7-4679-83f3-45920e8fce4f" providerId="AD" clId="Web-{04239577-49C3-7AC6-EB6C-2A952882130B}" dt="2024-10-28T02:14:58" v="15"/>
          <pc:sldLayoutMkLst>
            <pc:docMk/>
            <pc:sldMasterMk cId="2100446250" sldId="2147483966"/>
            <pc:sldLayoutMk cId="377403061" sldId="2147483969"/>
          </pc:sldLayoutMkLst>
        </pc:sldLayoutChg>
        <pc:sldLayoutChg chg="add del mod replId">
          <pc:chgData name="Kerllie Georges" userId="S::kerlliegeorges_stud.chhs@tciedu.tc::d6a42ae6-e2a7-4679-83f3-45920e8fce4f" providerId="AD" clId="Web-{04239577-49C3-7AC6-EB6C-2A952882130B}" dt="2024-10-28T02:14:58" v="15"/>
          <pc:sldLayoutMkLst>
            <pc:docMk/>
            <pc:sldMasterMk cId="2100446250" sldId="2147483966"/>
            <pc:sldLayoutMk cId="1955464141" sldId="2147483970"/>
          </pc:sldLayoutMkLst>
        </pc:sldLayoutChg>
        <pc:sldLayoutChg chg="add del mod replId">
          <pc:chgData name="Kerllie Georges" userId="S::kerlliegeorges_stud.chhs@tciedu.tc::d6a42ae6-e2a7-4679-83f3-45920e8fce4f" providerId="AD" clId="Web-{04239577-49C3-7AC6-EB6C-2A952882130B}" dt="2024-10-28T02:14:58" v="15"/>
          <pc:sldLayoutMkLst>
            <pc:docMk/>
            <pc:sldMasterMk cId="2100446250" sldId="2147483966"/>
            <pc:sldLayoutMk cId="2081835845" sldId="2147483971"/>
          </pc:sldLayoutMkLst>
        </pc:sldLayoutChg>
        <pc:sldLayoutChg chg="add del mod replId">
          <pc:chgData name="Kerllie Georges" userId="S::kerlliegeorges_stud.chhs@tciedu.tc::d6a42ae6-e2a7-4679-83f3-45920e8fce4f" providerId="AD" clId="Web-{04239577-49C3-7AC6-EB6C-2A952882130B}" dt="2024-10-28T02:14:58" v="15"/>
          <pc:sldLayoutMkLst>
            <pc:docMk/>
            <pc:sldMasterMk cId="2100446250" sldId="2147483966"/>
            <pc:sldLayoutMk cId="2957668775" sldId="2147483972"/>
          </pc:sldLayoutMkLst>
        </pc:sldLayoutChg>
        <pc:sldLayoutChg chg="add del mod replId">
          <pc:chgData name="Kerllie Georges" userId="S::kerlliegeorges_stud.chhs@tciedu.tc::d6a42ae6-e2a7-4679-83f3-45920e8fce4f" providerId="AD" clId="Web-{04239577-49C3-7AC6-EB6C-2A952882130B}" dt="2024-10-28T02:14:58" v="15"/>
          <pc:sldLayoutMkLst>
            <pc:docMk/>
            <pc:sldMasterMk cId="2100446250" sldId="2147483966"/>
            <pc:sldLayoutMk cId="3488792132" sldId="2147483973"/>
          </pc:sldLayoutMkLst>
        </pc:sldLayoutChg>
        <pc:sldLayoutChg chg="add del mod replId">
          <pc:chgData name="Kerllie Georges" userId="S::kerlliegeorges_stud.chhs@tciedu.tc::d6a42ae6-e2a7-4679-83f3-45920e8fce4f" providerId="AD" clId="Web-{04239577-49C3-7AC6-EB6C-2A952882130B}" dt="2024-10-28T02:14:58" v="15"/>
          <pc:sldLayoutMkLst>
            <pc:docMk/>
            <pc:sldMasterMk cId="2100446250" sldId="2147483966"/>
            <pc:sldLayoutMk cId="1101143894" sldId="2147483974"/>
          </pc:sldLayoutMkLst>
        </pc:sldLayoutChg>
        <pc:sldLayoutChg chg="add del mod replId">
          <pc:chgData name="Kerllie Georges" userId="S::kerlliegeorges_stud.chhs@tciedu.tc::d6a42ae6-e2a7-4679-83f3-45920e8fce4f" providerId="AD" clId="Web-{04239577-49C3-7AC6-EB6C-2A952882130B}" dt="2024-10-28T02:14:58" v="15"/>
          <pc:sldLayoutMkLst>
            <pc:docMk/>
            <pc:sldMasterMk cId="2100446250" sldId="2147483966"/>
            <pc:sldLayoutMk cId="1815141581" sldId="2147483975"/>
          </pc:sldLayoutMkLst>
        </pc:sldLayoutChg>
        <pc:sldLayoutChg chg="add del mod replId">
          <pc:chgData name="Kerllie Georges" userId="S::kerlliegeorges_stud.chhs@tciedu.tc::d6a42ae6-e2a7-4679-83f3-45920e8fce4f" providerId="AD" clId="Web-{04239577-49C3-7AC6-EB6C-2A952882130B}" dt="2024-10-28T02:14:58" v="15"/>
          <pc:sldLayoutMkLst>
            <pc:docMk/>
            <pc:sldMasterMk cId="2100446250" sldId="2147483966"/>
            <pc:sldLayoutMk cId="2893884453" sldId="2147483976"/>
          </pc:sldLayoutMkLst>
        </pc:sldLayoutChg>
        <pc:sldLayoutChg chg="add del mod replId">
          <pc:chgData name="Kerllie Georges" userId="S::kerlliegeorges_stud.chhs@tciedu.tc::d6a42ae6-e2a7-4679-83f3-45920e8fce4f" providerId="AD" clId="Web-{04239577-49C3-7AC6-EB6C-2A952882130B}" dt="2024-10-28T02:14:58" v="15"/>
          <pc:sldLayoutMkLst>
            <pc:docMk/>
            <pc:sldMasterMk cId="2100446250" sldId="2147483966"/>
            <pc:sldLayoutMk cId="276259914" sldId="2147483977"/>
          </pc:sldLayoutMkLst>
        </pc:sldLayoutChg>
      </pc:sldMasterChg>
      <pc:sldMasterChg chg="add addSldLayout modSldLayout">
        <pc:chgData name="Kerllie Georges" userId="S::kerlliegeorges_stud.chhs@tciedu.tc::d6a42ae6-e2a7-4679-83f3-45920e8fce4f" providerId="AD" clId="Web-{04239577-49C3-7AC6-EB6C-2A952882130B}" dt="2024-10-28T02:14:58" v="15"/>
        <pc:sldMasterMkLst>
          <pc:docMk/>
          <pc:sldMasterMk cId="830204557" sldId="2147483978"/>
        </pc:sldMasterMkLst>
        <pc:sldLayoutChg chg="add mod replId">
          <pc:chgData name="Kerllie Georges" userId="S::kerlliegeorges_stud.chhs@tciedu.tc::d6a42ae6-e2a7-4679-83f3-45920e8fce4f" providerId="AD" clId="Web-{04239577-49C3-7AC6-EB6C-2A952882130B}" dt="2024-10-28T02:14:58" v="15"/>
          <pc:sldLayoutMkLst>
            <pc:docMk/>
            <pc:sldMasterMk cId="830204557" sldId="2147483978"/>
            <pc:sldLayoutMk cId="668202412" sldId="2147483979"/>
          </pc:sldLayoutMkLst>
        </pc:sldLayoutChg>
        <pc:sldLayoutChg chg="add mod replId">
          <pc:chgData name="Kerllie Georges" userId="S::kerlliegeorges_stud.chhs@tciedu.tc::d6a42ae6-e2a7-4679-83f3-45920e8fce4f" providerId="AD" clId="Web-{04239577-49C3-7AC6-EB6C-2A952882130B}" dt="2024-10-28T02:14:58" v="15"/>
          <pc:sldLayoutMkLst>
            <pc:docMk/>
            <pc:sldMasterMk cId="830204557" sldId="2147483978"/>
            <pc:sldLayoutMk cId="474583170" sldId="2147483980"/>
          </pc:sldLayoutMkLst>
        </pc:sldLayoutChg>
        <pc:sldLayoutChg chg="add mod replId">
          <pc:chgData name="Kerllie Georges" userId="S::kerlliegeorges_stud.chhs@tciedu.tc::d6a42ae6-e2a7-4679-83f3-45920e8fce4f" providerId="AD" clId="Web-{04239577-49C3-7AC6-EB6C-2A952882130B}" dt="2024-10-28T02:14:58" v="15"/>
          <pc:sldLayoutMkLst>
            <pc:docMk/>
            <pc:sldMasterMk cId="830204557" sldId="2147483978"/>
            <pc:sldLayoutMk cId="2874057403" sldId="2147483981"/>
          </pc:sldLayoutMkLst>
        </pc:sldLayoutChg>
        <pc:sldLayoutChg chg="add mod replId">
          <pc:chgData name="Kerllie Georges" userId="S::kerlliegeorges_stud.chhs@tciedu.tc::d6a42ae6-e2a7-4679-83f3-45920e8fce4f" providerId="AD" clId="Web-{04239577-49C3-7AC6-EB6C-2A952882130B}" dt="2024-10-28T02:14:58" v="15"/>
          <pc:sldLayoutMkLst>
            <pc:docMk/>
            <pc:sldMasterMk cId="830204557" sldId="2147483978"/>
            <pc:sldLayoutMk cId="950313859" sldId="2147483982"/>
          </pc:sldLayoutMkLst>
        </pc:sldLayoutChg>
        <pc:sldLayoutChg chg="add mod replId">
          <pc:chgData name="Kerllie Georges" userId="S::kerlliegeorges_stud.chhs@tciedu.tc::d6a42ae6-e2a7-4679-83f3-45920e8fce4f" providerId="AD" clId="Web-{04239577-49C3-7AC6-EB6C-2A952882130B}" dt="2024-10-28T02:14:58" v="15"/>
          <pc:sldLayoutMkLst>
            <pc:docMk/>
            <pc:sldMasterMk cId="830204557" sldId="2147483978"/>
            <pc:sldLayoutMk cId="2656316528" sldId="2147483983"/>
          </pc:sldLayoutMkLst>
        </pc:sldLayoutChg>
        <pc:sldLayoutChg chg="add mod replId">
          <pc:chgData name="Kerllie Georges" userId="S::kerlliegeorges_stud.chhs@tciedu.tc::d6a42ae6-e2a7-4679-83f3-45920e8fce4f" providerId="AD" clId="Web-{04239577-49C3-7AC6-EB6C-2A952882130B}" dt="2024-10-28T02:14:58" v="15"/>
          <pc:sldLayoutMkLst>
            <pc:docMk/>
            <pc:sldMasterMk cId="830204557" sldId="2147483978"/>
            <pc:sldLayoutMk cId="432582494" sldId="2147483984"/>
          </pc:sldLayoutMkLst>
        </pc:sldLayoutChg>
        <pc:sldLayoutChg chg="add mod replId">
          <pc:chgData name="Kerllie Georges" userId="S::kerlliegeorges_stud.chhs@tciedu.tc::d6a42ae6-e2a7-4679-83f3-45920e8fce4f" providerId="AD" clId="Web-{04239577-49C3-7AC6-EB6C-2A952882130B}" dt="2024-10-28T02:14:58" v="15"/>
          <pc:sldLayoutMkLst>
            <pc:docMk/>
            <pc:sldMasterMk cId="830204557" sldId="2147483978"/>
            <pc:sldLayoutMk cId="2429060599" sldId="2147483985"/>
          </pc:sldLayoutMkLst>
        </pc:sldLayoutChg>
        <pc:sldLayoutChg chg="add mod replId">
          <pc:chgData name="Kerllie Georges" userId="S::kerlliegeorges_stud.chhs@tciedu.tc::d6a42ae6-e2a7-4679-83f3-45920e8fce4f" providerId="AD" clId="Web-{04239577-49C3-7AC6-EB6C-2A952882130B}" dt="2024-10-28T02:14:58" v="15"/>
          <pc:sldLayoutMkLst>
            <pc:docMk/>
            <pc:sldMasterMk cId="830204557" sldId="2147483978"/>
            <pc:sldLayoutMk cId="2005538363" sldId="2147483986"/>
          </pc:sldLayoutMkLst>
        </pc:sldLayoutChg>
        <pc:sldLayoutChg chg="add mod replId">
          <pc:chgData name="Kerllie Georges" userId="S::kerlliegeorges_stud.chhs@tciedu.tc::d6a42ae6-e2a7-4679-83f3-45920e8fce4f" providerId="AD" clId="Web-{04239577-49C3-7AC6-EB6C-2A952882130B}" dt="2024-10-28T02:14:58" v="15"/>
          <pc:sldLayoutMkLst>
            <pc:docMk/>
            <pc:sldMasterMk cId="830204557" sldId="2147483978"/>
            <pc:sldLayoutMk cId="3461968587" sldId="2147483987"/>
          </pc:sldLayoutMkLst>
        </pc:sldLayoutChg>
        <pc:sldLayoutChg chg="add mod replId">
          <pc:chgData name="Kerllie Georges" userId="S::kerlliegeorges_stud.chhs@tciedu.tc::d6a42ae6-e2a7-4679-83f3-45920e8fce4f" providerId="AD" clId="Web-{04239577-49C3-7AC6-EB6C-2A952882130B}" dt="2024-10-28T02:14:58" v="15"/>
          <pc:sldLayoutMkLst>
            <pc:docMk/>
            <pc:sldMasterMk cId="830204557" sldId="2147483978"/>
            <pc:sldLayoutMk cId="2631285447" sldId="2147483988"/>
          </pc:sldLayoutMkLst>
        </pc:sldLayoutChg>
        <pc:sldLayoutChg chg="add mod replId">
          <pc:chgData name="Kerllie Georges" userId="S::kerlliegeorges_stud.chhs@tciedu.tc::d6a42ae6-e2a7-4679-83f3-45920e8fce4f" providerId="AD" clId="Web-{04239577-49C3-7AC6-EB6C-2A952882130B}" dt="2024-10-28T02:14:58" v="15"/>
          <pc:sldLayoutMkLst>
            <pc:docMk/>
            <pc:sldMasterMk cId="830204557" sldId="2147483978"/>
            <pc:sldLayoutMk cId="767567553" sldId="2147483989"/>
          </pc:sldLayoutMkLst>
        </pc:sldLayoutChg>
      </pc:sldMasterChg>
    </pc:docChg>
  </pc:docChgLst>
  <pc:docChgLst>
    <pc:chgData name="Kerllie Georges" userId="S::kerlliegeorges_stud.chhs@tciedu.tc::d6a42ae6-e2a7-4679-83f3-45920e8fce4f" providerId="AD" clId="Web-{1076DBB9-AE9B-AD12-3246-CAB892DF7B87}"/>
    <pc:docChg chg="modSld addMainMaster delMainMaster">
      <pc:chgData name="Kerllie Georges" userId="S::kerlliegeorges_stud.chhs@tciedu.tc::d6a42ae6-e2a7-4679-83f3-45920e8fce4f" providerId="AD" clId="Web-{1076DBB9-AE9B-AD12-3246-CAB892DF7B87}" dt="2024-10-28T15:12:52.157" v="20"/>
      <pc:docMkLst>
        <pc:docMk/>
      </pc:docMkLst>
      <pc:sldChg chg="addSp delSp modSp mod setBg modClrScheme delDesignElem chgLayout">
        <pc:chgData name="Kerllie Georges" userId="S::kerlliegeorges_stud.chhs@tciedu.tc::d6a42ae6-e2a7-4679-83f3-45920e8fce4f" providerId="AD" clId="Web-{1076DBB9-AE9B-AD12-3246-CAB892DF7B87}" dt="2024-10-28T15:12:03.405" v="15"/>
        <pc:sldMkLst>
          <pc:docMk/>
          <pc:sldMk cId="109857222" sldId="256"/>
        </pc:sldMkLst>
        <pc:spChg chg="mod ord">
          <ac:chgData name="Kerllie Georges" userId="S::kerlliegeorges_stud.chhs@tciedu.tc::d6a42ae6-e2a7-4679-83f3-45920e8fce4f" providerId="AD" clId="Web-{1076DBB9-AE9B-AD12-3246-CAB892DF7B87}" dt="2024-10-28T15:12:03.405" v="15"/>
          <ac:spMkLst>
            <pc:docMk/>
            <pc:sldMk cId="109857222" sldId="256"/>
            <ac:spMk id="2" creationId="{00000000-0000-0000-0000-000000000000}"/>
          </ac:spMkLst>
        </pc:spChg>
        <pc:spChg chg="mod ord">
          <ac:chgData name="Kerllie Georges" userId="S::kerlliegeorges_stud.chhs@tciedu.tc::d6a42ae6-e2a7-4679-83f3-45920e8fce4f" providerId="AD" clId="Web-{1076DBB9-AE9B-AD12-3246-CAB892DF7B87}" dt="2024-10-28T15:12:03.405" v="15"/>
          <ac:spMkLst>
            <pc:docMk/>
            <pc:sldMk cId="109857222" sldId="256"/>
            <ac:spMk id="3" creationId="{00000000-0000-0000-0000-000000000000}"/>
          </ac:spMkLst>
        </pc:spChg>
        <pc:spChg chg="add del">
          <ac:chgData name="Kerllie Georges" userId="S::kerlliegeorges_stud.chhs@tciedu.tc::d6a42ae6-e2a7-4679-83f3-45920e8fce4f" providerId="AD" clId="Web-{1076DBB9-AE9B-AD12-3246-CAB892DF7B87}" dt="2024-10-28T14:58:14.425" v="4"/>
          <ac:spMkLst>
            <pc:docMk/>
            <pc:sldMk cId="109857222" sldId="256"/>
            <ac:spMk id="8" creationId="{48FDEBDB-5859-4B9E-8810-2C5CFED093F3}"/>
          </ac:spMkLst>
        </pc:spChg>
        <pc:spChg chg="add del">
          <ac:chgData name="Kerllie Georges" userId="S::kerlliegeorges_stud.chhs@tciedu.tc::d6a42ae6-e2a7-4679-83f3-45920e8fce4f" providerId="AD" clId="Web-{1076DBB9-AE9B-AD12-3246-CAB892DF7B87}" dt="2024-10-28T15:00:44.008" v="6"/>
          <ac:spMkLst>
            <pc:docMk/>
            <pc:sldMk cId="109857222" sldId="256"/>
            <ac:spMk id="9" creationId="{A3C6C2E2-5A8F-430D-9D48-681B2A05397F}"/>
          </ac:spMkLst>
        </pc:spChg>
        <pc:spChg chg="add del">
          <ac:chgData name="Kerllie Georges" userId="S::kerlliegeorges_stud.chhs@tciedu.tc::d6a42ae6-e2a7-4679-83f3-45920e8fce4f" providerId="AD" clId="Web-{1076DBB9-AE9B-AD12-3246-CAB892DF7B87}" dt="2024-10-28T14:58:03.737" v="2"/>
          <ac:spMkLst>
            <pc:docMk/>
            <pc:sldMk cId="109857222" sldId="256"/>
            <ac:spMk id="10" creationId="{85BCF251-4434-4B79-8A80-86EB308CFA50}"/>
          </ac:spMkLst>
        </pc:spChg>
        <pc:spChg chg="add del">
          <ac:chgData name="Kerllie Georges" userId="S::kerlliegeorges_stud.chhs@tciedu.tc::d6a42ae6-e2a7-4679-83f3-45920e8fce4f" providerId="AD" clId="Web-{1076DBB9-AE9B-AD12-3246-CAB892DF7B87}" dt="2024-10-28T15:00:44.008" v="6"/>
          <ac:spMkLst>
            <pc:docMk/>
            <pc:sldMk cId="109857222" sldId="256"/>
            <ac:spMk id="11" creationId="{E61821B4-BA09-4234-9470-7A5D267BECBA}"/>
          </ac:spMkLst>
        </pc:spChg>
        <pc:spChg chg="add del">
          <ac:chgData name="Kerllie Georges" userId="S::kerlliegeorges_stud.chhs@tciedu.tc::d6a42ae6-e2a7-4679-83f3-45920e8fce4f" providerId="AD" clId="Web-{1076DBB9-AE9B-AD12-3246-CAB892DF7B87}" dt="2024-10-28T14:58:03.737" v="2"/>
          <ac:spMkLst>
            <pc:docMk/>
            <pc:sldMk cId="109857222" sldId="256"/>
            <ac:spMk id="12" creationId="{2C92A8B5-49A7-4E21-A142-4CDD07944B19}"/>
          </ac:spMkLst>
        </pc:spChg>
        <pc:spChg chg="add del">
          <ac:chgData name="Kerllie Georges" userId="S::kerlliegeorges_stud.chhs@tciedu.tc::d6a42ae6-e2a7-4679-83f3-45920e8fce4f" providerId="AD" clId="Web-{1076DBB9-AE9B-AD12-3246-CAB892DF7B87}" dt="2024-10-28T14:58:03.737" v="2"/>
          <ac:spMkLst>
            <pc:docMk/>
            <pc:sldMk cId="109857222" sldId="256"/>
            <ac:spMk id="14" creationId="{54C910B4-CEC2-4051-A122-FB145151CCD1}"/>
          </ac:spMkLst>
        </pc:spChg>
        <pc:spChg chg="add del">
          <ac:chgData name="Kerllie Georges" userId="S::kerlliegeorges_stud.chhs@tciedu.tc::d6a42ae6-e2a7-4679-83f3-45920e8fce4f" providerId="AD" clId="Web-{1076DBB9-AE9B-AD12-3246-CAB892DF7B87}" dt="2024-10-28T14:58:03.737" v="2"/>
          <ac:spMkLst>
            <pc:docMk/>
            <pc:sldMk cId="109857222" sldId="256"/>
            <ac:spMk id="16" creationId="{0C847782-BA26-41B0-A845-49960A7A7751}"/>
          </ac:spMkLst>
        </pc:spChg>
        <pc:spChg chg="add del">
          <ac:chgData name="Kerllie Georges" userId="S::kerlliegeorges_stud.chhs@tciedu.tc::d6a42ae6-e2a7-4679-83f3-45920e8fce4f" providerId="AD" clId="Web-{1076DBB9-AE9B-AD12-3246-CAB892DF7B87}" dt="2024-10-28T15:00:49.774" v="8"/>
          <ac:spMkLst>
            <pc:docMk/>
            <pc:sldMk cId="109857222" sldId="256"/>
            <ac:spMk id="26" creationId="{73A2C0BD-A148-4C02-8DA4-8E5D1B5D3A0F}"/>
          </ac:spMkLst>
        </pc:spChg>
        <pc:spChg chg="add del">
          <ac:chgData name="Kerllie Georges" userId="S::kerlliegeorges_stud.chhs@tciedu.tc::d6a42ae6-e2a7-4679-83f3-45920e8fce4f" providerId="AD" clId="Web-{1076DBB9-AE9B-AD12-3246-CAB892DF7B87}" dt="2024-10-28T15:00:49.774" v="8"/>
          <ac:spMkLst>
            <pc:docMk/>
            <pc:sldMk cId="109857222" sldId="256"/>
            <ac:spMk id="27" creationId="{41BB2134-A1FD-4B58-936A-E52B8E226ACD}"/>
          </ac:spMkLst>
        </pc:spChg>
        <pc:spChg chg="add del">
          <ac:chgData name="Kerllie Georges" userId="S::kerlliegeorges_stud.chhs@tciedu.tc::d6a42ae6-e2a7-4679-83f3-45920e8fce4f" providerId="AD" clId="Web-{1076DBB9-AE9B-AD12-3246-CAB892DF7B87}" dt="2024-10-28T15:00:49.774" v="8"/>
          <ac:spMkLst>
            <pc:docMk/>
            <pc:sldMk cId="109857222" sldId="256"/>
            <ac:spMk id="28" creationId="{68A9B9E4-D9DB-4771-B1F7-F1FB6D4F3904}"/>
          </ac:spMkLst>
        </pc:spChg>
        <pc:spChg chg="add del">
          <ac:chgData name="Kerllie Georges" userId="S::kerlliegeorges_stud.chhs@tciedu.tc::d6a42ae6-e2a7-4679-83f3-45920e8fce4f" providerId="AD" clId="Web-{1076DBB9-AE9B-AD12-3246-CAB892DF7B87}" dt="2024-10-28T15:00:49.774" v="8"/>
          <ac:spMkLst>
            <pc:docMk/>
            <pc:sldMk cId="109857222" sldId="256"/>
            <ac:spMk id="29" creationId="{DBF51DB5-1255-4E87-AFA8-1EE6336FE7E6}"/>
          </ac:spMkLst>
        </pc:spChg>
        <pc:spChg chg="add del">
          <ac:chgData name="Kerllie Georges" userId="S::kerlliegeorges_stud.chhs@tciedu.tc::d6a42ae6-e2a7-4679-83f3-45920e8fce4f" providerId="AD" clId="Web-{1076DBB9-AE9B-AD12-3246-CAB892DF7B87}" dt="2024-10-28T15:00:49.774" v="8"/>
          <ac:spMkLst>
            <pc:docMk/>
            <pc:sldMk cId="109857222" sldId="256"/>
            <ac:spMk id="31" creationId="{432C9ED0-E330-4ABA-ABF4-1627700A2CFB}"/>
          </ac:spMkLst>
        </pc:spChg>
        <pc:spChg chg="add del">
          <ac:chgData name="Kerllie Georges" userId="S::kerlliegeorges_stud.chhs@tciedu.tc::d6a42ae6-e2a7-4679-83f3-45920e8fce4f" providerId="AD" clId="Web-{1076DBB9-AE9B-AD12-3246-CAB892DF7B87}" dt="2024-10-28T15:10:45.184" v="13"/>
          <ac:spMkLst>
            <pc:docMk/>
            <pc:sldMk cId="109857222" sldId="256"/>
            <ac:spMk id="34" creationId="{A3C6C2E2-5A8F-430D-9D48-681B2A05397F}"/>
          </ac:spMkLst>
        </pc:spChg>
        <pc:spChg chg="add del">
          <ac:chgData name="Kerllie Georges" userId="S::kerlliegeorges_stud.chhs@tciedu.tc::d6a42ae6-e2a7-4679-83f3-45920e8fce4f" providerId="AD" clId="Web-{1076DBB9-AE9B-AD12-3246-CAB892DF7B87}" dt="2024-10-28T15:10:45.184" v="13"/>
          <ac:spMkLst>
            <pc:docMk/>
            <pc:sldMk cId="109857222" sldId="256"/>
            <ac:spMk id="36" creationId="{E61821B4-BA09-4234-9470-7A5D267BECBA}"/>
          </ac:spMkLst>
        </pc:spChg>
        <pc:spChg chg="add">
          <ac:chgData name="Kerllie Georges" userId="S::kerlliegeorges_stud.chhs@tciedu.tc::d6a42ae6-e2a7-4679-83f3-45920e8fce4f" providerId="AD" clId="Web-{1076DBB9-AE9B-AD12-3246-CAB892DF7B87}" dt="2024-10-28T15:12:03.405" v="15"/>
          <ac:spMkLst>
            <pc:docMk/>
            <pc:sldMk cId="109857222" sldId="256"/>
            <ac:spMk id="40" creationId="{C9D262D4-AE8B-4620-949A-609FC366FC05}"/>
          </ac:spMkLst>
        </pc:spChg>
        <pc:spChg chg="add">
          <ac:chgData name="Kerllie Georges" userId="S::kerlliegeorges_stud.chhs@tciedu.tc::d6a42ae6-e2a7-4679-83f3-45920e8fce4f" providerId="AD" clId="Web-{1076DBB9-AE9B-AD12-3246-CAB892DF7B87}" dt="2024-10-28T15:12:03.405" v="15"/>
          <ac:spMkLst>
            <pc:docMk/>
            <pc:sldMk cId="109857222" sldId="256"/>
            <ac:spMk id="42" creationId="{3605853C-E63A-49E2-84A4-4B7DD77A562C}"/>
          </ac:spMkLst>
        </pc:spChg>
        <pc:spChg chg="add del">
          <ac:chgData name="Kerllie Georges" userId="S::kerlliegeorges_stud.chhs@tciedu.tc::d6a42ae6-e2a7-4679-83f3-45920e8fce4f" providerId="AD" clId="Web-{1076DBB9-AE9B-AD12-3246-CAB892DF7B87}" dt="2024-10-28T15:11:55.342" v="14"/>
          <ac:spMkLst>
            <pc:docMk/>
            <pc:sldMk cId="109857222" sldId="256"/>
            <ac:spMk id="43" creationId="{5C28659E-412C-4600-B45E-BAE370BC24B9}"/>
          </ac:spMkLst>
        </pc:spChg>
        <pc:spChg chg="add del">
          <ac:chgData name="Kerllie Georges" userId="S::kerlliegeorges_stud.chhs@tciedu.tc::d6a42ae6-e2a7-4679-83f3-45920e8fce4f" providerId="AD" clId="Web-{1076DBB9-AE9B-AD12-3246-CAB892DF7B87}" dt="2024-10-28T15:11:55.342" v="14"/>
          <ac:spMkLst>
            <pc:docMk/>
            <pc:sldMk cId="109857222" sldId="256"/>
            <ac:spMk id="45" creationId="{AE95896B-6905-4618-A7DF-DED8A61FBC83}"/>
          </ac:spMkLst>
        </pc:spChg>
        <pc:spChg chg="add del">
          <ac:chgData name="Kerllie Georges" userId="S::kerlliegeorges_stud.chhs@tciedu.tc::d6a42ae6-e2a7-4679-83f3-45920e8fce4f" providerId="AD" clId="Web-{1076DBB9-AE9B-AD12-3246-CAB892DF7B87}" dt="2024-10-28T15:11:55.342" v="14"/>
          <ac:spMkLst>
            <pc:docMk/>
            <pc:sldMk cId="109857222" sldId="256"/>
            <ac:spMk id="47" creationId="{7748BD8C-4984-4138-94CA-2DC5F39DC379}"/>
          </ac:spMkLst>
        </pc:spChg>
        <pc:grpChg chg="add del">
          <ac:chgData name="Kerllie Georges" userId="S::kerlliegeorges_stud.chhs@tciedu.tc::d6a42ae6-e2a7-4679-83f3-45920e8fce4f" providerId="AD" clId="Web-{1076DBB9-AE9B-AD12-3246-CAB892DF7B87}" dt="2024-10-28T15:00:44.008" v="6"/>
          <ac:grpSpMkLst>
            <pc:docMk/>
            <pc:sldMk cId="109857222" sldId="256"/>
            <ac:grpSpMk id="13" creationId="{6D688B76-268A-492E-BDA3-2F7D2E33E2DE}"/>
          </ac:grpSpMkLst>
        </pc:grpChg>
        <pc:grpChg chg="add del">
          <ac:chgData name="Kerllie Georges" userId="S::kerlliegeorges_stud.chhs@tciedu.tc::d6a42ae6-e2a7-4679-83f3-45920e8fce4f" providerId="AD" clId="Web-{1076DBB9-AE9B-AD12-3246-CAB892DF7B87}" dt="2024-10-28T14:58:03.737" v="2"/>
          <ac:grpSpMkLst>
            <pc:docMk/>
            <pc:sldMk cId="109857222" sldId="256"/>
            <ac:grpSpMk id="18" creationId="{DC0D9095-1BC3-4171-B64F-34AE44CA92BE}"/>
          </ac:grpSpMkLst>
        </pc:grpChg>
        <pc:grpChg chg="add del">
          <ac:chgData name="Kerllie Georges" userId="S::kerlliegeorges_stud.chhs@tciedu.tc::d6a42ae6-e2a7-4679-83f3-45920e8fce4f" providerId="AD" clId="Web-{1076DBB9-AE9B-AD12-3246-CAB892DF7B87}" dt="2024-10-28T15:00:49.774" v="8"/>
          <ac:grpSpMkLst>
            <pc:docMk/>
            <pc:sldMk cId="109857222" sldId="256"/>
            <ac:grpSpMk id="30" creationId="{1C6940E9-7FD2-446C-8B8B-B116BC572EA9}"/>
          </ac:grpSpMkLst>
        </pc:grpChg>
        <pc:grpChg chg="add del">
          <ac:chgData name="Kerllie Georges" userId="S::kerlliegeorges_stud.chhs@tciedu.tc::d6a42ae6-e2a7-4679-83f3-45920e8fce4f" providerId="AD" clId="Web-{1076DBB9-AE9B-AD12-3246-CAB892DF7B87}" dt="2024-10-28T15:10:45.184" v="13"/>
          <ac:grpSpMkLst>
            <pc:docMk/>
            <pc:sldMk cId="109857222" sldId="256"/>
            <ac:grpSpMk id="37" creationId="{6D688B76-268A-492E-BDA3-2F7D2E33E2DE}"/>
          </ac:grpSpMkLst>
        </pc:grpChg>
        <pc:grpChg chg="add">
          <ac:chgData name="Kerllie Georges" userId="S::kerlliegeorges_stud.chhs@tciedu.tc::d6a42ae6-e2a7-4679-83f3-45920e8fce4f" providerId="AD" clId="Web-{1076DBB9-AE9B-AD12-3246-CAB892DF7B87}" dt="2024-10-28T15:12:03.405" v="15"/>
          <ac:grpSpMkLst>
            <pc:docMk/>
            <pc:sldMk cId="109857222" sldId="256"/>
            <ac:grpSpMk id="44" creationId="{9500549F-5B68-400C-A605-BDF102BDBB0A}"/>
          </ac:grpSpMkLst>
        </pc:grpChg>
        <pc:picChg chg="add del">
          <ac:chgData name="Kerllie Georges" userId="S::kerlliegeorges_stud.chhs@tciedu.tc::d6a42ae6-e2a7-4679-83f3-45920e8fce4f" providerId="AD" clId="Web-{1076DBB9-AE9B-AD12-3246-CAB892DF7B87}" dt="2024-10-28T15:00:44.008" v="6"/>
          <ac:picMkLst>
            <pc:docMk/>
            <pc:sldMk cId="109857222" sldId="256"/>
            <ac:picMk id="5" creationId="{A27D9E0A-E87D-9FCB-853A-99397D4CA8AF}"/>
          </ac:picMkLst>
        </pc:picChg>
        <pc:picChg chg="add del">
          <ac:chgData name="Kerllie Georges" userId="S::kerlliegeorges_stud.chhs@tciedu.tc::d6a42ae6-e2a7-4679-83f3-45920e8fce4f" providerId="AD" clId="Web-{1076DBB9-AE9B-AD12-3246-CAB892DF7B87}" dt="2024-10-28T14:58:03.737" v="2"/>
          <ac:picMkLst>
            <pc:docMk/>
            <pc:sldMk cId="109857222" sldId="256"/>
            <ac:picMk id="7" creationId="{B2FB76ED-DA75-8872-7CD1-E532820A1458}"/>
          </ac:picMkLst>
        </pc:picChg>
        <pc:picChg chg="add del">
          <ac:chgData name="Kerllie Georges" userId="S::kerlliegeorges_stud.chhs@tciedu.tc::d6a42ae6-e2a7-4679-83f3-45920e8fce4f" providerId="AD" clId="Web-{1076DBB9-AE9B-AD12-3246-CAB892DF7B87}" dt="2024-10-28T15:00:49.774" v="8"/>
          <ac:picMkLst>
            <pc:docMk/>
            <pc:sldMk cId="109857222" sldId="256"/>
            <ac:picMk id="32" creationId="{7ED69246-5F1C-2EA1-C66C-2C1D95B5E646}"/>
          </ac:picMkLst>
        </pc:picChg>
        <pc:picChg chg="add mod">
          <ac:chgData name="Kerllie Georges" userId="S::kerlliegeorges_stud.chhs@tciedu.tc::d6a42ae6-e2a7-4679-83f3-45920e8fce4f" providerId="AD" clId="Web-{1076DBB9-AE9B-AD12-3246-CAB892DF7B87}" dt="2024-10-28T15:10:45.184" v="13"/>
          <ac:picMkLst>
            <pc:docMk/>
            <pc:sldMk cId="109857222" sldId="256"/>
            <ac:picMk id="35" creationId="{A27D9E0A-E87D-9FCB-853A-99397D4CA8AF}"/>
          </ac:picMkLst>
        </pc:picChg>
        <pc:cxnChg chg="add del">
          <ac:chgData name="Kerllie Georges" userId="S::kerlliegeorges_stud.chhs@tciedu.tc::d6a42ae6-e2a7-4679-83f3-45920e8fce4f" providerId="AD" clId="Web-{1076DBB9-AE9B-AD12-3246-CAB892DF7B87}" dt="2024-10-28T14:58:14.425" v="4"/>
          <ac:cxnSpMkLst>
            <pc:docMk/>
            <pc:sldMk cId="109857222" sldId="256"/>
            <ac:cxnSpMk id="22" creationId="{B1D1A340-723B-4014-B5FE-204F06273136}"/>
          </ac:cxnSpMkLst>
        </pc:cxnChg>
        <pc:cxnChg chg="add">
          <ac:chgData name="Kerllie Georges" userId="S::kerlliegeorges_stud.chhs@tciedu.tc::d6a42ae6-e2a7-4679-83f3-45920e8fce4f" providerId="AD" clId="Web-{1076DBB9-AE9B-AD12-3246-CAB892DF7B87}" dt="2024-10-28T15:12:03.405" v="15"/>
          <ac:cxnSpMkLst>
            <pc:docMk/>
            <pc:sldMk cId="109857222" sldId="256"/>
            <ac:cxnSpMk id="50" creationId="{1E22DAF0-5C05-4D01-A6C7-28326657739A}"/>
          </ac:cxnSpMkLst>
        </pc:cxnChg>
      </pc:sldChg>
      <pc:sldChg chg="modSp mod modClrScheme chgLayout">
        <pc:chgData name="Kerllie Georges" userId="S::kerlliegeorges_stud.chhs@tciedu.tc::d6a42ae6-e2a7-4679-83f3-45920e8fce4f" providerId="AD" clId="Web-{1076DBB9-AE9B-AD12-3246-CAB892DF7B87}" dt="2024-10-28T15:11:55.342" v="14"/>
        <pc:sldMkLst>
          <pc:docMk/>
          <pc:sldMk cId="1923964066" sldId="257"/>
        </pc:sldMkLst>
        <pc:spChg chg="mod ord">
          <ac:chgData name="Kerllie Georges" userId="S::kerlliegeorges_stud.chhs@tciedu.tc::d6a42ae6-e2a7-4679-83f3-45920e8fce4f" providerId="AD" clId="Web-{1076DBB9-AE9B-AD12-3246-CAB892DF7B87}" dt="2024-10-28T15:11:55.342" v="14"/>
          <ac:spMkLst>
            <pc:docMk/>
            <pc:sldMk cId="1923964066" sldId="257"/>
            <ac:spMk id="2" creationId="{5F14C676-C464-F5F1-E07B-A9F4B7D855B4}"/>
          </ac:spMkLst>
        </pc:spChg>
        <pc:spChg chg="mod ord">
          <ac:chgData name="Kerllie Georges" userId="S::kerlliegeorges_stud.chhs@tciedu.tc::d6a42ae6-e2a7-4679-83f3-45920e8fce4f" providerId="AD" clId="Web-{1076DBB9-AE9B-AD12-3246-CAB892DF7B87}" dt="2024-10-28T15:11:55.342" v="14"/>
          <ac:spMkLst>
            <pc:docMk/>
            <pc:sldMk cId="1923964066" sldId="257"/>
            <ac:spMk id="8" creationId="{7E10D1A9-1547-CB7D-3859-081D7FF056D4}"/>
          </ac:spMkLst>
        </pc:spChg>
        <pc:picChg chg="mod">
          <ac:chgData name="Kerllie Georges" userId="S::kerlliegeorges_stud.chhs@tciedu.tc::d6a42ae6-e2a7-4679-83f3-45920e8fce4f" providerId="AD" clId="Web-{1076DBB9-AE9B-AD12-3246-CAB892DF7B87}" dt="2024-10-28T14:56:10.390" v="0" actId="1076"/>
          <ac:picMkLst>
            <pc:docMk/>
            <pc:sldMk cId="1923964066" sldId="257"/>
            <ac:picMk id="4" creationId="{267AF2F6-203C-9058-2C1B-111C990E490D}"/>
          </ac:picMkLst>
        </pc:picChg>
      </pc:sldChg>
      <pc:sldChg chg="modSp mod modClrScheme chgLayout">
        <pc:chgData name="Kerllie Georges" userId="S::kerlliegeorges_stud.chhs@tciedu.tc::d6a42ae6-e2a7-4679-83f3-45920e8fce4f" providerId="AD" clId="Web-{1076DBB9-AE9B-AD12-3246-CAB892DF7B87}" dt="2024-10-28T15:11:55.342" v="14"/>
        <pc:sldMkLst>
          <pc:docMk/>
          <pc:sldMk cId="1523577326" sldId="258"/>
        </pc:sldMkLst>
        <pc:spChg chg="mod ord">
          <ac:chgData name="Kerllie Georges" userId="S::kerlliegeorges_stud.chhs@tciedu.tc::d6a42ae6-e2a7-4679-83f3-45920e8fce4f" providerId="AD" clId="Web-{1076DBB9-AE9B-AD12-3246-CAB892DF7B87}" dt="2024-10-28T15:11:55.342" v="14"/>
          <ac:spMkLst>
            <pc:docMk/>
            <pc:sldMk cId="1523577326" sldId="258"/>
            <ac:spMk id="2" creationId="{A2B5E943-316D-170A-C49A-FD1FC626031C}"/>
          </ac:spMkLst>
        </pc:spChg>
        <pc:spChg chg="mod ord">
          <ac:chgData name="Kerllie Georges" userId="S::kerlliegeorges_stud.chhs@tciedu.tc::d6a42ae6-e2a7-4679-83f3-45920e8fce4f" providerId="AD" clId="Web-{1076DBB9-AE9B-AD12-3246-CAB892DF7B87}" dt="2024-10-28T15:11:55.342" v="14"/>
          <ac:spMkLst>
            <pc:docMk/>
            <pc:sldMk cId="1523577326" sldId="258"/>
            <ac:spMk id="8" creationId="{5D325BE5-79F0-13CD-5180-4ADB6842BA19}"/>
          </ac:spMkLst>
        </pc:spChg>
      </pc:sldChg>
      <pc:sldChg chg="modSp mod modClrScheme chgLayout">
        <pc:chgData name="Kerllie Georges" userId="S::kerlliegeorges_stud.chhs@tciedu.tc::d6a42ae6-e2a7-4679-83f3-45920e8fce4f" providerId="AD" clId="Web-{1076DBB9-AE9B-AD12-3246-CAB892DF7B87}" dt="2024-10-28T15:11:55.342" v="14"/>
        <pc:sldMkLst>
          <pc:docMk/>
          <pc:sldMk cId="2468308415" sldId="259"/>
        </pc:sldMkLst>
        <pc:spChg chg="mod ord">
          <ac:chgData name="Kerllie Georges" userId="S::kerlliegeorges_stud.chhs@tciedu.tc::d6a42ae6-e2a7-4679-83f3-45920e8fce4f" providerId="AD" clId="Web-{1076DBB9-AE9B-AD12-3246-CAB892DF7B87}" dt="2024-10-28T15:11:55.342" v="14"/>
          <ac:spMkLst>
            <pc:docMk/>
            <pc:sldMk cId="2468308415" sldId="259"/>
            <ac:spMk id="2" creationId="{431C9C26-077C-2DAB-0277-EFBA702D047C}"/>
          </ac:spMkLst>
        </pc:spChg>
        <pc:spChg chg="mod ord">
          <ac:chgData name="Kerllie Georges" userId="S::kerlliegeorges_stud.chhs@tciedu.tc::d6a42ae6-e2a7-4679-83f3-45920e8fce4f" providerId="AD" clId="Web-{1076DBB9-AE9B-AD12-3246-CAB892DF7B87}" dt="2024-10-28T15:11:55.342" v="14"/>
          <ac:spMkLst>
            <pc:docMk/>
            <pc:sldMk cId="2468308415" sldId="259"/>
            <ac:spMk id="3" creationId="{D41B6FB7-5FD9-B1DE-A2FC-0E5C6CB605CB}"/>
          </ac:spMkLst>
        </pc:spChg>
      </pc:sldChg>
      <pc:sldChg chg="modSp mod modClrScheme chgLayout">
        <pc:chgData name="Kerllie Georges" userId="S::kerlliegeorges_stud.chhs@tciedu.tc::d6a42ae6-e2a7-4679-83f3-45920e8fce4f" providerId="AD" clId="Web-{1076DBB9-AE9B-AD12-3246-CAB892DF7B87}" dt="2024-10-28T15:11:55.342" v="14"/>
        <pc:sldMkLst>
          <pc:docMk/>
          <pc:sldMk cId="2085138948" sldId="260"/>
        </pc:sldMkLst>
        <pc:spChg chg="mod ord">
          <ac:chgData name="Kerllie Georges" userId="S::kerlliegeorges_stud.chhs@tciedu.tc::d6a42ae6-e2a7-4679-83f3-45920e8fce4f" providerId="AD" clId="Web-{1076DBB9-AE9B-AD12-3246-CAB892DF7B87}" dt="2024-10-28T15:11:55.342" v="14"/>
          <ac:spMkLst>
            <pc:docMk/>
            <pc:sldMk cId="2085138948" sldId="260"/>
            <ac:spMk id="2" creationId="{0D205610-BA09-3FF5-CE8F-53DA81F29383}"/>
          </ac:spMkLst>
        </pc:spChg>
        <pc:spChg chg="mod ord">
          <ac:chgData name="Kerllie Georges" userId="S::kerlliegeorges_stud.chhs@tciedu.tc::d6a42ae6-e2a7-4679-83f3-45920e8fce4f" providerId="AD" clId="Web-{1076DBB9-AE9B-AD12-3246-CAB892DF7B87}" dt="2024-10-28T15:11:55.342" v="14"/>
          <ac:spMkLst>
            <pc:docMk/>
            <pc:sldMk cId="2085138948" sldId="260"/>
            <ac:spMk id="21" creationId="{0C41E9A0-6320-A4DD-81F4-654662E4CA32}"/>
          </ac:spMkLst>
        </pc:spChg>
      </pc:sldChg>
      <pc:sldChg chg="modSp mod modClrScheme chgLayout">
        <pc:chgData name="Kerllie Georges" userId="S::kerlliegeorges_stud.chhs@tciedu.tc::d6a42ae6-e2a7-4679-83f3-45920e8fce4f" providerId="AD" clId="Web-{1076DBB9-AE9B-AD12-3246-CAB892DF7B87}" dt="2024-10-28T15:11:55.342" v="14"/>
        <pc:sldMkLst>
          <pc:docMk/>
          <pc:sldMk cId="2112847814" sldId="261"/>
        </pc:sldMkLst>
        <pc:spChg chg="mod ord">
          <ac:chgData name="Kerllie Georges" userId="S::kerlliegeorges_stud.chhs@tciedu.tc::d6a42ae6-e2a7-4679-83f3-45920e8fce4f" providerId="AD" clId="Web-{1076DBB9-AE9B-AD12-3246-CAB892DF7B87}" dt="2024-10-28T15:11:55.342" v="14"/>
          <ac:spMkLst>
            <pc:docMk/>
            <pc:sldMk cId="2112847814" sldId="261"/>
            <ac:spMk id="2" creationId="{E3F91DDD-2099-0427-CB12-2043F55B8126}"/>
          </ac:spMkLst>
        </pc:spChg>
        <pc:spChg chg="mod ord">
          <ac:chgData name="Kerllie Georges" userId="S::kerlliegeorges_stud.chhs@tciedu.tc::d6a42ae6-e2a7-4679-83f3-45920e8fce4f" providerId="AD" clId="Web-{1076DBB9-AE9B-AD12-3246-CAB892DF7B87}" dt="2024-10-28T15:11:55.342" v="14"/>
          <ac:spMkLst>
            <pc:docMk/>
            <pc:sldMk cId="2112847814" sldId="261"/>
            <ac:spMk id="20" creationId="{55FFF374-8EF0-BA4E-7A44-24647DF7A379}"/>
          </ac:spMkLst>
        </pc:spChg>
      </pc:sldChg>
      <pc:sldChg chg="modSp mod modClrScheme chgLayout">
        <pc:chgData name="Kerllie Georges" userId="S::kerlliegeorges_stud.chhs@tciedu.tc::d6a42ae6-e2a7-4679-83f3-45920e8fce4f" providerId="AD" clId="Web-{1076DBB9-AE9B-AD12-3246-CAB892DF7B87}" dt="2024-10-28T15:11:55.342" v="14"/>
        <pc:sldMkLst>
          <pc:docMk/>
          <pc:sldMk cId="2421680780" sldId="262"/>
        </pc:sldMkLst>
        <pc:spChg chg="mod ord">
          <ac:chgData name="Kerllie Georges" userId="S::kerlliegeorges_stud.chhs@tciedu.tc::d6a42ae6-e2a7-4679-83f3-45920e8fce4f" providerId="AD" clId="Web-{1076DBB9-AE9B-AD12-3246-CAB892DF7B87}" dt="2024-10-28T15:11:55.342" v="14"/>
          <ac:spMkLst>
            <pc:docMk/>
            <pc:sldMk cId="2421680780" sldId="262"/>
            <ac:spMk id="2" creationId="{7DA032F7-D069-72D9-1564-3A4F805E2FAA}"/>
          </ac:spMkLst>
        </pc:spChg>
        <pc:spChg chg="mod ord">
          <ac:chgData name="Kerllie Georges" userId="S::kerlliegeorges_stud.chhs@tciedu.tc::d6a42ae6-e2a7-4679-83f3-45920e8fce4f" providerId="AD" clId="Web-{1076DBB9-AE9B-AD12-3246-CAB892DF7B87}" dt="2024-10-28T15:11:55.342" v="14"/>
          <ac:spMkLst>
            <pc:docMk/>
            <pc:sldMk cId="2421680780" sldId="262"/>
            <ac:spMk id="8" creationId="{7E32A73B-1850-B849-EF9F-9D2874E23158}"/>
          </ac:spMkLst>
        </pc:spChg>
      </pc:sldChg>
      <pc:sldChg chg="modSp mod modClrScheme chgLayout">
        <pc:chgData name="Kerllie Georges" userId="S::kerlliegeorges_stud.chhs@tciedu.tc::d6a42ae6-e2a7-4679-83f3-45920e8fce4f" providerId="AD" clId="Web-{1076DBB9-AE9B-AD12-3246-CAB892DF7B87}" dt="2024-10-28T15:11:55.342" v="14"/>
        <pc:sldMkLst>
          <pc:docMk/>
          <pc:sldMk cId="1968102924" sldId="263"/>
        </pc:sldMkLst>
        <pc:spChg chg="mod ord">
          <ac:chgData name="Kerllie Georges" userId="S::kerlliegeorges_stud.chhs@tciedu.tc::d6a42ae6-e2a7-4679-83f3-45920e8fce4f" providerId="AD" clId="Web-{1076DBB9-AE9B-AD12-3246-CAB892DF7B87}" dt="2024-10-28T15:11:55.342" v="14"/>
          <ac:spMkLst>
            <pc:docMk/>
            <pc:sldMk cId="1968102924" sldId="263"/>
            <ac:spMk id="2" creationId="{ABA98CD2-D153-EAE9-B361-91E428C1DD54}"/>
          </ac:spMkLst>
        </pc:spChg>
        <pc:spChg chg="mod ord">
          <ac:chgData name="Kerllie Georges" userId="S::kerlliegeorges_stud.chhs@tciedu.tc::d6a42ae6-e2a7-4679-83f3-45920e8fce4f" providerId="AD" clId="Web-{1076DBB9-AE9B-AD12-3246-CAB892DF7B87}" dt="2024-10-28T15:11:55.342" v="14"/>
          <ac:spMkLst>
            <pc:docMk/>
            <pc:sldMk cId="1968102924" sldId="263"/>
            <ac:spMk id="35" creationId="{15FB3B25-26C6-01E7-1588-D3EEE5D04E3F}"/>
          </ac:spMkLst>
        </pc:spChg>
      </pc:sldChg>
      <pc:sldChg chg="addSp delSp modSp mod setBg modClrScheme delDesignElem chgLayout">
        <pc:chgData name="Kerllie Georges" userId="S::kerlliegeorges_stud.chhs@tciedu.tc::d6a42ae6-e2a7-4679-83f3-45920e8fce4f" providerId="AD" clId="Web-{1076DBB9-AE9B-AD12-3246-CAB892DF7B87}" dt="2024-10-28T15:11:55.342" v="14"/>
        <pc:sldMkLst>
          <pc:docMk/>
          <pc:sldMk cId="4033909075" sldId="264"/>
        </pc:sldMkLst>
        <pc:spChg chg="mod ord">
          <ac:chgData name="Kerllie Georges" userId="S::kerlliegeorges_stud.chhs@tciedu.tc::d6a42ae6-e2a7-4679-83f3-45920e8fce4f" providerId="AD" clId="Web-{1076DBB9-AE9B-AD12-3246-CAB892DF7B87}" dt="2024-10-28T15:11:55.342" v="14"/>
          <ac:spMkLst>
            <pc:docMk/>
            <pc:sldMk cId="4033909075" sldId="264"/>
            <ac:spMk id="2" creationId="{1E8186CD-D8FA-020A-656B-89F09CDCFF4B}"/>
          </ac:spMkLst>
        </pc:spChg>
        <pc:spChg chg="mod">
          <ac:chgData name="Kerllie Georges" userId="S::kerlliegeorges_stud.chhs@tciedu.tc::d6a42ae6-e2a7-4679-83f3-45920e8fce4f" providerId="AD" clId="Web-{1076DBB9-AE9B-AD12-3246-CAB892DF7B87}" dt="2024-10-28T15:02:20.574" v="12"/>
          <ac:spMkLst>
            <pc:docMk/>
            <pc:sldMk cId="4033909075" sldId="264"/>
            <ac:spMk id="4" creationId="{A0010BB4-4A0E-AA37-1FCB-80D440B1F060}"/>
          </ac:spMkLst>
        </pc:spChg>
        <pc:spChg chg="add del">
          <ac:chgData name="Kerllie Georges" userId="S::kerlliegeorges_stud.chhs@tciedu.tc::d6a42ae6-e2a7-4679-83f3-45920e8fce4f" providerId="AD" clId="Web-{1076DBB9-AE9B-AD12-3246-CAB892DF7B87}" dt="2024-10-28T15:02:20.527" v="11"/>
          <ac:spMkLst>
            <pc:docMk/>
            <pc:sldMk cId="4033909075" sldId="264"/>
            <ac:spMk id="10" creationId="{B40959D2-8A21-4D7B-B29E-9B6D22DC9E06}"/>
          </ac:spMkLst>
        </pc:spChg>
        <pc:spChg chg="add del">
          <ac:chgData name="Kerllie Georges" userId="S::kerlliegeorges_stud.chhs@tciedu.tc::d6a42ae6-e2a7-4679-83f3-45920e8fce4f" providerId="AD" clId="Web-{1076DBB9-AE9B-AD12-3246-CAB892DF7B87}" dt="2024-10-28T15:02:20.527" v="11"/>
          <ac:spMkLst>
            <pc:docMk/>
            <pc:sldMk cId="4033909075" sldId="264"/>
            <ac:spMk id="12" creationId="{4CE116A5-1B81-43C6-AD08-63CA0E770D6E}"/>
          </ac:spMkLst>
        </pc:spChg>
        <pc:spChg chg="add del">
          <ac:chgData name="Kerllie Georges" userId="S::kerlliegeorges_stud.chhs@tciedu.tc::d6a42ae6-e2a7-4679-83f3-45920e8fce4f" providerId="AD" clId="Web-{1076DBB9-AE9B-AD12-3246-CAB892DF7B87}" dt="2024-10-28T15:02:20.527" v="11"/>
          <ac:spMkLst>
            <pc:docMk/>
            <pc:sldMk cId="4033909075" sldId="264"/>
            <ac:spMk id="14" creationId="{9BBB3C64-EF0F-4340-89D3-D4CD246373E3}"/>
          </ac:spMkLst>
        </pc:spChg>
        <pc:spChg chg="add del">
          <ac:chgData name="Kerllie Georges" userId="S::kerlliegeorges_stud.chhs@tciedu.tc::d6a42ae6-e2a7-4679-83f3-45920e8fce4f" providerId="AD" clId="Web-{1076DBB9-AE9B-AD12-3246-CAB892DF7B87}" dt="2024-10-28T15:02:20.527" v="11"/>
          <ac:spMkLst>
            <pc:docMk/>
            <pc:sldMk cId="4033909075" sldId="264"/>
            <ac:spMk id="20" creationId="{A3C6C2E2-5A8F-430D-9D48-681B2A05397F}"/>
          </ac:spMkLst>
        </pc:spChg>
        <pc:spChg chg="add del">
          <ac:chgData name="Kerllie Georges" userId="S::kerlliegeorges_stud.chhs@tciedu.tc::d6a42ae6-e2a7-4679-83f3-45920e8fce4f" providerId="AD" clId="Web-{1076DBB9-AE9B-AD12-3246-CAB892DF7B87}" dt="2024-10-28T15:02:20.527" v="11"/>
          <ac:spMkLst>
            <pc:docMk/>
            <pc:sldMk cId="4033909075" sldId="264"/>
            <ac:spMk id="22" creationId="{E61821B4-BA09-4234-9470-7A5D267BECBA}"/>
          </ac:spMkLst>
        </pc:spChg>
        <pc:spChg chg="add del">
          <ac:chgData name="Kerllie Georges" userId="S::kerlliegeorges_stud.chhs@tciedu.tc::d6a42ae6-e2a7-4679-83f3-45920e8fce4f" providerId="AD" clId="Web-{1076DBB9-AE9B-AD12-3246-CAB892DF7B87}" dt="2024-10-28T15:11:55.342" v="14"/>
          <ac:spMkLst>
            <pc:docMk/>
            <pc:sldMk cId="4033909075" sldId="264"/>
            <ac:spMk id="31" creationId="{63013C51-71B3-435C-B784-A49C1A88C4DA}"/>
          </ac:spMkLst>
        </pc:spChg>
        <pc:grpChg chg="add del">
          <ac:chgData name="Kerllie Georges" userId="S::kerlliegeorges_stud.chhs@tciedu.tc::d6a42ae6-e2a7-4679-83f3-45920e8fce4f" providerId="AD" clId="Web-{1076DBB9-AE9B-AD12-3246-CAB892DF7B87}" dt="2024-10-28T15:02:20.527" v="11"/>
          <ac:grpSpMkLst>
            <pc:docMk/>
            <pc:sldMk cId="4033909075" sldId="264"/>
            <ac:grpSpMk id="16" creationId="{481C53AD-3B53-4D5A-AECB-6FF6258E5CB6}"/>
          </ac:grpSpMkLst>
        </pc:grpChg>
        <pc:grpChg chg="add del">
          <ac:chgData name="Kerllie Georges" userId="S::kerlliegeorges_stud.chhs@tciedu.tc::d6a42ae6-e2a7-4679-83f3-45920e8fce4f" providerId="AD" clId="Web-{1076DBB9-AE9B-AD12-3246-CAB892DF7B87}" dt="2024-10-28T15:02:20.527" v="11"/>
          <ac:grpSpMkLst>
            <pc:docMk/>
            <pc:sldMk cId="4033909075" sldId="264"/>
            <ac:grpSpMk id="24" creationId="{6D688B76-268A-492E-BDA3-2F7D2E33E2DE}"/>
          </ac:grpSpMkLst>
        </pc:grpChg>
        <pc:grpChg chg="add del">
          <ac:chgData name="Kerllie Georges" userId="S::kerlliegeorges_stud.chhs@tciedu.tc::d6a42ae6-e2a7-4679-83f3-45920e8fce4f" providerId="AD" clId="Web-{1076DBB9-AE9B-AD12-3246-CAB892DF7B87}" dt="2024-10-28T15:11:55.342" v="14"/>
          <ac:grpSpMkLst>
            <pc:docMk/>
            <pc:sldMk cId="4033909075" sldId="264"/>
            <ac:grpSpMk id="32" creationId="{75189C0B-7EF9-428C-9434-BD9D5D775D16}"/>
          </ac:grpSpMkLst>
        </pc:grpChg>
        <pc:picChg chg="add del">
          <ac:chgData name="Kerllie Georges" userId="S::kerlliegeorges_stud.chhs@tciedu.tc::d6a42ae6-e2a7-4679-83f3-45920e8fce4f" providerId="AD" clId="Web-{1076DBB9-AE9B-AD12-3246-CAB892DF7B87}" dt="2024-10-28T15:02:20.527" v="11"/>
          <ac:picMkLst>
            <pc:docMk/>
            <pc:sldMk cId="4033909075" sldId="264"/>
            <ac:picMk id="6" creationId="{8A21D1D1-1678-D47E-6026-2DF4F227FABA}"/>
          </ac:picMkLst>
        </pc:picChg>
        <pc:picChg chg="add">
          <ac:chgData name="Kerllie Georges" userId="S::kerlliegeorges_stud.chhs@tciedu.tc::d6a42ae6-e2a7-4679-83f3-45920e8fce4f" providerId="AD" clId="Web-{1076DBB9-AE9B-AD12-3246-CAB892DF7B87}" dt="2024-10-28T15:02:20.574" v="12"/>
          <ac:picMkLst>
            <pc:docMk/>
            <pc:sldMk cId="4033909075" sldId="264"/>
            <ac:picMk id="29" creationId="{916233E7-39BE-E3E9-EDBF-7661A7844171}"/>
          </ac:picMkLst>
        </pc:picChg>
      </pc:sldChg>
      <pc:sldChg chg="modSp mod modClrScheme chgLayout">
        <pc:chgData name="Kerllie Georges" userId="S::kerlliegeorges_stud.chhs@tciedu.tc::d6a42ae6-e2a7-4679-83f3-45920e8fce4f" providerId="AD" clId="Web-{1076DBB9-AE9B-AD12-3246-CAB892DF7B87}" dt="2024-10-28T15:11:55.342" v="14"/>
        <pc:sldMkLst>
          <pc:docMk/>
          <pc:sldMk cId="2322480444" sldId="265"/>
        </pc:sldMkLst>
        <pc:spChg chg="mod ord">
          <ac:chgData name="Kerllie Georges" userId="S::kerlliegeorges_stud.chhs@tciedu.tc::d6a42ae6-e2a7-4679-83f3-45920e8fce4f" providerId="AD" clId="Web-{1076DBB9-AE9B-AD12-3246-CAB892DF7B87}" dt="2024-10-28T15:11:55.342" v="14"/>
          <ac:spMkLst>
            <pc:docMk/>
            <pc:sldMk cId="2322480444" sldId="265"/>
            <ac:spMk id="2" creationId="{3685D7F2-6A87-1390-5C62-BB4F30F3AF5D}"/>
          </ac:spMkLst>
        </pc:spChg>
        <pc:picChg chg="mod ord">
          <ac:chgData name="Kerllie Georges" userId="S::kerlliegeorges_stud.chhs@tciedu.tc::d6a42ae6-e2a7-4679-83f3-45920e8fce4f" providerId="AD" clId="Web-{1076DBB9-AE9B-AD12-3246-CAB892DF7B87}" dt="2024-10-28T15:11:55.342" v="14"/>
          <ac:picMkLst>
            <pc:docMk/>
            <pc:sldMk cId="2322480444" sldId="265"/>
            <ac:picMk id="4" creationId="{AD1390ED-50A4-4B13-D4EF-8577E6EB8A9F}"/>
          </ac:picMkLst>
        </pc:picChg>
      </pc:sldChg>
      <pc:sldChg chg="addSp delSp modSp mod setBg modClrScheme chgLayout">
        <pc:chgData name="Kerllie Georges" userId="S::kerlliegeorges_stud.chhs@tciedu.tc::d6a42ae6-e2a7-4679-83f3-45920e8fce4f" providerId="AD" clId="Web-{1076DBB9-AE9B-AD12-3246-CAB892DF7B87}" dt="2024-10-28T15:12:27.375" v="18"/>
        <pc:sldMkLst>
          <pc:docMk/>
          <pc:sldMk cId="2692816856" sldId="266"/>
        </pc:sldMkLst>
        <pc:spChg chg="mod ord">
          <ac:chgData name="Kerllie Georges" userId="S::kerlliegeorges_stud.chhs@tciedu.tc::d6a42ae6-e2a7-4679-83f3-45920e8fce4f" providerId="AD" clId="Web-{1076DBB9-AE9B-AD12-3246-CAB892DF7B87}" dt="2024-10-28T15:12:27.375" v="18"/>
          <ac:spMkLst>
            <pc:docMk/>
            <pc:sldMk cId="2692816856" sldId="266"/>
            <ac:spMk id="2" creationId="{3FFCA1E5-401F-5D5E-670D-3D043239FA4B}"/>
          </ac:spMkLst>
        </pc:spChg>
        <pc:spChg chg="mod ord">
          <ac:chgData name="Kerllie Georges" userId="S::kerlliegeorges_stud.chhs@tciedu.tc::d6a42ae6-e2a7-4679-83f3-45920e8fce4f" providerId="AD" clId="Web-{1076DBB9-AE9B-AD12-3246-CAB892DF7B87}" dt="2024-10-28T15:12:27.375" v="18"/>
          <ac:spMkLst>
            <pc:docMk/>
            <pc:sldMk cId="2692816856" sldId="266"/>
            <ac:spMk id="3" creationId="{8870051E-1659-2613-5750-11128B4F6032}"/>
          </ac:spMkLst>
        </pc:spChg>
        <pc:spChg chg="add del">
          <ac:chgData name="Kerllie Georges" userId="S::kerlliegeorges_stud.chhs@tciedu.tc::d6a42ae6-e2a7-4679-83f3-45920e8fce4f" providerId="AD" clId="Web-{1076DBB9-AE9B-AD12-3246-CAB892DF7B87}" dt="2024-10-28T15:12:27.296" v="17"/>
          <ac:spMkLst>
            <pc:docMk/>
            <pc:sldMk cId="2692816856" sldId="266"/>
            <ac:spMk id="6" creationId="{243462E7-1698-4B21-BE89-AEFAC7C2FEFA}"/>
          </ac:spMkLst>
        </pc:spChg>
        <pc:spChg chg="add del">
          <ac:chgData name="Kerllie Georges" userId="S::kerlliegeorges_stud.chhs@tciedu.tc::d6a42ae6-e2a7-4679-83f3-45920e8fce4f" providerId="AD" clId="Web-{1076DBB9-AE9B-AD12-3246-CAB892DF7B87}" dt="2024-10-28T15:12:27.296" v="17"/>
          <ac:spMkLst>
            <pc:docMk/>
            <pc:sldMk cId="2692816856" sldId="266"/>
            <ac:spMk id="7" creationId="{6C22FCAC-D7EC-4A52-B153-FF761E2235B3}"/>
          </ac:spMkLst>
        </pc:spChg>
        <pc:spChg chg="add del">
          <ac:chgData name="Kerllie Georges" userId="S::kerlliegeorges_stud.chhs@tciedu.tc::d6a42ae6-e2a7-4679-83f3-45920e8fce4f" providerId="AD" clId="Web-{1076DBB9-AE9B-AD12-3246-CAB892DF7B87}" dt="2024-10-28T15:12:27.296" v="17"/>
          <ac:spMkLst>
            <pc:docMk/>
            <pc:sldMk cId="2692816856" sldId="266"/>
            <ac:spMk id="9" creationId="{333F0879-3DA0-4CB8-B35E-A0AD42558191}"/>
          </ac:spMkLst>
        </pc:spChg>
        <pc:spChg chg="add del">
          <ac:chgData name="Kerllie Georges" userId="S::kerlliegeorges_stud.chhs@tciedu.tc::d6a42ae6-e2a7-4679-83f3-45920e8fce4f" providerId="AD" clId="Web-{1076DBB9-AE9B-AD12-3246-CAB892DF7B87}" dt="2024-10-28T15:12:27.296" v="17"/>
          <ac:spMkLst>
            <pc:docMk/>
            <pc:sldMk cId="2692816856" sldId="266"/>
            <ac:spMk id="11" creationId="{324D2183-F388-476E-92A9-D6639D698580}"/>
          </ac:spMkLst>
        </pc:spChg>
        <pc:spChg chg="add">
          <ac:chgData name="Kerllie Georges" userId="S::kerlliegeorges_stud.chhs@tciedu.tc::d6a42ae6-e2a7-4679-83f3-45920e8fce4f" providerId="AD" clId="Web-{1076DBB9-AE9B-AD12-3246-CAB892DF7B87}" dt="2024-10-28T15:12:27.375" v="18"/>
          <ac:spMkLst>
            <pc:docMk/>
            <pc:sldMk cId="2692816856" sldId="266"/>
            <ac:spMk id="16" creationId="{ED56E41F-B8E0-4D18-B554-FD40260DE0E3}"/>
          </ac:spMkLst>
        </pc:spChg>
        <pc:spChg chg="add">
          <ac:chgData name="Kerllie Georges" userId="S::kerlliegeorges_stud.chhs@tciedu.tc::d6a42ae6-e2a7-4679-83f3-45920e8fce4f" providerId="AD" clId="Web-{1076DBB9-AE9B-AD12-3246-CAB892DF7B87}" dt="2024-10-28T15:12:27.375" v="18"/>
          <ac:spMkLst>
            <pc:docMk/>
            <pc:sldMk cId="2692816856" sldId="266"/>
            <ac:spMk id="17" creationId="{23E937B9-07EE-456A-A31C-41A8866E28A2}"/>
          </ac:spMkLst>
        </pc:spChg>
        <pc:grpChg chg="add">
          <ac:chgData name="Kerllie Georges" userId="S::kerlliegeorges_stud.chhs@tciedu.tc::d6a42ae6-e2a7-4679-83f3-45920e8fce4f" providerId="AD" clId="Web-{1076DBB9-AE9B-AD12-3246-CAB892DF7B87}" dt="2024-10-28T15:12:27.375" v="18"/>
          <ac:grpSpMkLst>
            <pc:docMk/>
            <pc:sldMk cId="2692816856" sldId="266"/>
            <ac:grpSpMk id="18" creationId="{2DB31E17-E562-4F82-98D0-858C84120F34}"/>
          </ac:grpSpMkLst>
        </pc:grpChg>
        <pc:picChg chg="mod">
          <ac:chgData name="Kerllie Georges" userId="S::kerlliegeorges_stud.chhs@tciedu.tc::d6a42ae6-e2a7-4679-83f3-45920e8fce4f" providerId="AD" clId="Web-{1076DBB9-AE9B-AD12-3246-CAB892DF7B87}" dt="2024-10-28T15:12:27.375" v="18"/>
          <ac:picMkLst>
            <pc:docMk/>
            <pc:sldMk cId="2692816856" sldId="266"/>
            <ac:picMk id="4" creationId="{A2BB0901-D0F4-A80E-B372-58F7C26E7CA9}"/>
          </ac:picMkLst>
        </pc:picChg>
        <pc:cxnChg chg="add">
          <ac:chgData name="Kerllie Georges" userId="S::kerlliegeorges_stud.chhs@tciedu.tc::d6a42ae6-e2a7-4679-83f3-45920e8fce4f" providerId="AD" clId="Web-{1076DBB9-AE9B-AD12-3246-CAB892DF7B87}" dt="2024-10-28T15:12:27.375" v="18"/>
          <ac:cxnSpMkLst>
            <pc:docMk/>
            <pc:sldMk cId="2692816856" sldId="266"/>
            <ac:cxnSpMk id="19" creationId="{FD2308B7-2829-44DD-B213-27EEBDED1411}"/>
          </ac:cxnSpMkLst>
        </pc:cxnChg>
      </pc:sldChg>
      <pc:sldChg chg="addSp modSp mod setBg modClrScheme chgLayout">
        <pc:chgData name="Kerllie Georges" userId="S::kerlliegeorges_stud.chhs@tciedu.tc::d6a42ae6-e2a7-4679-83f3-45920e8fce4f" providerId="AD" clId="Web-{1076DBB9-AE9B-AD12-3246-CAB892DF7B87}" dt="2024-10-28T15:12:37.375" v="19"/>
        <pc:sldMkLst>
          <pc:docMk/>
          <pc:sldMk cId="2691438791" sldId="267"/>
        </pc:sldMkLst>
        <pc:spChg chg="mod ord">
          <ac:chgData name="Kerllie Georges" userId="S::kerlliegeorges_stud.chhs@tciedu.tc::d6a42ae6-e2a7-4679-83f3-45920e8fce4f" providerId="AD" clId="Web-{1076DBB9-AE9B-AD12-3246-CAB892DF7B87}" dt="2024-10-28T15:12:37.375" v="19"/>
          <ac:spMkLst>
            <pc:docMk/>
            <pc:sldMk cId="2691438791" sldId="267"/>
            <ac:spMk id="2" creationId="{62CC137B-FEE3-5813-005A-A6DF98ABAE16}"/>
          </ac:spMkLst>
        </pc:spChg>
        <pc:spChg chg="mod ord">
          <ac:chgData name="Kerllie Georges" userId="S::kerlliegeorges_stud.chhs@tciedu.tc::d6a42ae6-e2a7-4679-83f3-45920e8fce4f" providerId="AD" clId="Web-{1076DBB9-AE9B-AD12-3246-CAB892DF7B87}" dt="2024-10-28T15:12:37.375" v="19"/>
          <ac:spMkLst>
            <pc:docMk/>
            <pc:sldMk cId="2691438791" sldId="267"/>
            <ac:spMk id="3" creationId="{C949C470-8F74-3713-BC84-E91402C61C5B}"/>
          </ac:spMkLst>
        </pc:spChg>
        <pc:spChg chg="add">
          <ac:chgData name="Kerllie Georges" userId="S::kerlliegeorges_stud.chhs@tciedu.tc::d6a42ae6-e2a7-4679-83f3-45920e8fce4f" providerId="AD" clId="Web-{1076DBB9-AE9B-AD12-3246-CAB892DF7B87}" dt="2024-10-28T15:12:37.375" v="19"/>
          <ac:spMkLst>
            <pc:docMk/>
            <pc:sldMk cId="2691438791" sldId="267"/>
            <ac:spMk id="9" creationId="{572F6A24-139E-4EB5-86D2-431F42EF85CB}"/>
          </ac:spMkLst>
        </pc:spChg>
        <pc:spChg chg="add">
          <ac:chgData name="Kerllie Georges" userId="S::kerlliegeorges_stud.chhs@tciedu.tc::d6a42ae6-e2a7-4679-83f3-45920e8fce4f" providerId="AD" clId="Web-{1076DBB9-AE9B-AD12-3246-CAB892DF7B87}" dt="2024-10-28T15:12:37.375" v="19"/>
          <ac:spMkLst>
            <pc:docMk/>
            <pc:sldMk cId="2691438791" sldId="267"/>
            <ac:spMk id="17" creationId="{C9DA5B05-DD14-4860-AC45-02A8D2EE1AA5}"/>
          </ac:spMkLst>
        </pc:spChg>
        <pc:grpChg chg="add">
          <ac:chgData name="Kerllie Georges" userId="S::kerlliegeorges_stud.chhs@tciedu.tc::d6a42ae6-e2a7-4679-83f3-45920e8fce4f" providerId="AD" clId="Web-{1076DBB9-AE9B-AD12-3246-CAB892DF7B87}" dt="2024-10-28T15:12:37.375" v="19"/>
          <ac:grpSpMkLst>
            <pc:docMk/>
            <pc:sldMk cId="2691438791" sldId="267"/>
            <ac:grpSpMk id="11" creationId="{3963AE85-BE5D-4975-BACF-DDDCC9C2ACDE}"/>
          </ac:grpSpMkLst>
        </pc:grpChg>
        <pc:picChg chg="mod">
          <ac:chgData name="Kerllie Georges" userId="S::kerlliegeorges_stud.chhs@tciedu.tc::d6a42ae6-e2a7-4679-83f3-45920e8fce4f" providerId="AD" clId="Web-{1076DBB9-AE9B-AD12-3246-CAB892DF7B87}" dt="2024-10-28T15:12:37.375" v="19"/>
          <ac:picMkLst>
            <pc:docMk/>
            <pc:sldMk cId="2691438791" sldId="267"/>
            <ac:picMk id="4" creationId="{05D0A639-4AB1-55E0-2430-F04C062ADABA}"/>
          </ac:picMkLst>
        </pc:picChg>
        <pc:cxnChg chg="add">
          <ac:chgData name="Kerllie Georges" userId="S::kerlliegeorges_stud.chhs@tciedu.tc::d6a42ae6-e2a7-4679-83f3-45920e8fce4f" providerId="AD" clId="Web-{1076DBB9-AE9B-AD12-3246-CAB892DF7B87}" dt="2024-10-28T15:12:37.375" v="19"/>
          <ac:cxnSpMkLst>
            <pc:docMk/>
            <pc:sldMk cId="2691438791" sldId="267"/>
            <ac:cxnSpMk id="19" creationId="{36BE37AC-AD36-4C42-9B8C-C5500F4E7C63}"/>
          </ac:cxnSpMkLst>
        </pc:cxnChg>
      </pc:sldChg>
      <pc:sldChg chg="addSp modSp mod setBg modClrScheme chgLayout">
        <pc:chgData name="Kerllie Georges" userId="S::kerlliegeorges_stud.chhs@tciedu.tc::d6a42ae6-e2a7-4679-83f3-45920e8fce4f" providerId="AD" clId="Web-{1076DBB9-AE9B-AD12-3246-CAB892DF7B87}" dt="2024-10-28T15:12:52.157" v="20"/>
        <pc:sldMkLst>
          <pc:docMk/>
          <pc:sldMk cId="3857414502" sldId="268"/>
        </pc:sldMkLst>
        <pc:spChg chg="mod ord">
          <ac:chgData name="Kerllie Georges" userId="S::kerlliegeorges_stud.chhs@tciedu.tc::d6a42ae6-e2a7-4679-83f3-45920e8fce4f" providerId="AD" clId="Web-{1076DBB9-AE9B-AD12-3246-CAB892DF7B87}" dt="2024-10-28T15:12:52.157" v="20"/>
          <ac:spMkLst>
            <pc:docMk/>
            <pc:sldMk cId="3857414502" sldId="268"/>
            <ac:spMk id="2" creationId="{BA81A952-C91F-2CEF-EDCF-3AFA0638D86F}"/>
          </ac:spMkLst>
        </pc:spChg>
        <pc:spChg chg="mod ord">
          <ac:chgData name="Kerllie Georges" userId="S::kerlliegeorges_stud.chhs@tciedu.tc::d6a42ae6-e2a7-4679-83f3-45920e8fce4f" providerId="AD" clId="Web-{1076DBB9-AE9B-AD12-3246-CAB892DF7B87}" dt="2024-10-28T15:12:52.157" v="20"/>
          <ac:spMkLst>
            <pc:docMk/>
            <pc:sldMk cId="3857414502" sldId="268"/>
            <ac:spMk id="3" creationId="{644274D9-7DD3-EF39-3F92-493E045A3CD2}"/>
          </ac:spMkLst>
        </pc:spChg>
        <pc:spChg chg="add">
          <ac:chgData name="Kerllie Georges" userId="S::kerlliegeorges_stud.chhs@tciedu.tc::d6a42ae6-e2a7-4679-83f3-45920e8fce4f" providerId="AD" clId="Web-{1076DBB9-AE9B-AD12-3246-CAB892DF7B87}" dt="2024-10-28T15:12:52.157" v="20"/>
          <ac:spMkLst>
            <pc:docMk/>
            <pc:sldMk cId="3857414502" sldId="268"/>
            <ac:spMk id="6" creationId="{572F6A24-139E-4EB5-86D2-431F42EF85CB}"/>
          </ac:spMkLst>
        </pc:spChg>
        <pc:spChg chg="add">
          <ac:chgData name="Kerllie Georges" userId="S::kerlliegeorges_stud.chhs@tciedu.tc::d6a42ae6-e2a7-4679-83f3-45920e8fce4f" providerId="AD" clId="Web-{1076DBB9-AE9B-AD12-3246-CAB892DF7B87}" dt="2024-10-28T15:12:52.157" v="20"/>
          <ac:spMkLst>
            <pc:docMk/>
            <pc:sldMk cId="3857414502" sldId="268"/>
            <ac:spMk id="17" creationId="{C9DA5B05-DD14-4860-AC45-02A8D2EE1AA5}"/>
          </ac:spMkLst>
        </pc:spChg>
        <pc:grpChg chg="add">
          <ac:chgData name="Kerllie Georges" userId="S::kerlliegeorges_stud.chhs@tciedu.tc::d6a42ae6-e2a7-4679-83f3-45920e8fce4f" providerId="AD" clId="Web-{1076DBB9-AE9B-AD12-3246-CAB892DF7B87}" dt="2024-10-28T15:12:52.157" v="20"/>
          <ac:grpSpMkLst>
            <pc:docMk/>
            <pc:sldMk cId="3857414502" sldId="268"/>
            <ac:grpSpMk id="7" creationId="{3963AE85-BE5D-4975-BACF-DDDCC9C2ACDE}"/>
          </ac:grpSpMkLst>
        </pc:grpChg>
        <pc:picChg chg="mod">
          <ac:chgData name="Kerllie Georges" userId="S::kerlliegeorges_stud.chhs@tciedu.tc::d6a42ae6-e2a7-4679-83f3-45920e8fce4f" providerId="AD" clId="Web-{1076DBB9-AE9B-AD12-3246-CAB892DF7B87}" dt="2024-10-28T15:12:52.157" v="20"/>
          <ac:picMkLst>
            <pc:docMk/>
            <pc:sldMk cId="3857414502" sldId="268"/>
            <ac:picMk id="4" creationId="{EA08B8FA-AFFB-2663-0A8E-B8787073515E}"/>
          </ac:picMkLst>
        </pc:picChg>
        <pc:cxnChg chg="add">
          <ac:chgData name="Kerllie Georges" userId="S::kerlliegeorges_stud.chhs@tciedu.tc::d6a42ae6-e2a7-4679-83f3-45920e8fce4f" providerId="AD" clId="Web-{1076DBB9-AE9B-AD12-3246-CAB892DF7B87}" dt="2024-10-28T15:12:52.157" v="20"/>
          <ac:cxnSpMkLst>
            <pc:docMk/>
            <pc:sldMk cId="3857414502" sldId="268"/>
            <ac:cxnSpMk id="19" creationId="{36BE37AC-AD36-4C42-9B8C-C5500F4E7C63}"/>
          </ac:cxnSpMkLst>
        </pc:cxnChg>
      </pc:sldChg>
      <pc:sldChg chg="modSp mod modClrScheme chgLayout">
        <pc:chgData name="Kerllie Georges" userId="S::kerlliegeorges_stud.chhs@tciedu.tc::d6a42ae6-e2a7-4679-83f3-45920e8fce4f" providerId="AD" clId="Web-{1076DBB9-AE9B-AD12-3246-CAB892DF7B87}" dt="2024-10-28T15:11:55.342" v="14"/>
        <pc:sldMkLst>
          <pc:docMk/>
          <pc:sldMk cId="3875273584" sldId="269"/>
        </pc:sldMkLst>
        <pc:spChg chg="mod ord">
          <ac:chgData name="Kerllie Georges" userId="S::kerlliegeorges_stud.chhs@tciedu.tc::d6a42ae6-e2a7-4679-83f3-45920e8fce4f" providerId="AD" clId="Web-{1076DBB9-AE9B-AD12-3246-CAB892DF7B87}" dt="2024-10-28T15:11:55.342" v="14"/>
          <ac:spMkLst>
            <pc:docMk/>
            <pc:sldMk cId="3875273584" sldId="269"/>
            <ac:spMk id="2" creationId="{835EF614-2AAE-0DBA-19DB-8110A90B8B7C}"/>
          </ac:spMkLst>
        </pc:spChg>
        <pc:spChg chg="mod ord">
          <ac:chgData name="Kerllie Georges" userId="S::kerlliegeorges_stud.chhs@tciedu.tc::d6a42ae6-e2a7-4679-83f3-45920e8fce4f" providerId="AD" clId="Web-{1076DBB9-AE9B-AD12-3246-CAB892DF7B87}" dt="2024-10-28T15:11:55.342" v="14"/>
          <ac:spMkLst>
            <pc:docMk/>
            <pc:sldMk cId="3875273584" sldId="269"/>
            <ac:spMk id="3" creationId="{913A086D-7B57-37EF-7793-8CBF1F54B843}"/>
          </ac:spMkLst>
        </pc:spChg>
      </pc:sldChg>
      <pc:sldChg chg="modSp mod modClrScheme chgLayout">
        <pc:chgData name="Kerllie Georges" userId="S::kerlliegeorges_stud.chhs@tciedu.tc::d6a42ae6-e2a7-4679-83f3-45920e8fce4f" providerId="AD" clId="Web-{1076DBB9-AE9B-AD12-3246-CAB892DF7B87}" dt="2024-10-28T15:11:55.342" v="14"/>
        <pc:sldMkLst>
          <pc:docMk/>
          <pc:sldMk cId="3584402399" sldId="270"/>
        </pc:sldMkLst>
        <pc:spChg chg="mod ord">
          <ac:chgData name="Kerllie Georges" userId="S::kerlliegeorges_stud.chhs@tciedu.tc::d6a42ae6-e2a7-4679-83f3-45920e8fce4f" providerId="AD" clId="Web-{1076DBB9-AE9B-AD12-3246-CAB892DF7B87}" dt="2024-10-28T15:11:55.342" v="14"/>
          <ac:spMkLst>
            <pc:docMk/>
            <pc:sldMk cId="3584402399" sldId="270"/>
            <ac:spMk id="2" creationId="{A309BD36-80B1-847A-1E34-AC764AB6AD9A}"/>
          </ac:spMkLst>
        </pc:spChg>
        <pc:spChg chg="mod ord">
          <ac:chgData name="Kerllie Georges" userId="S::kerlliegeorges_stud.chhs@tciedu.tc::d6a42ae6-e2a7-4679-83f3-45920e8fce4f" providerId="AD" clId="Web-{1076DBB9-AE9B-AD12-3246-CAB892DF7B87}" dt="2024-10-28T15:11:55.342" v="14"/>
          <ac:spMkLst>
            <pc:docMk/>
            <pc:sldMk cId="3584402399" sldId="270"/>
            <ac:spMk id="3" creationId="{187CFEEA-5054-013A-B370-513AAF51B6CD}"/>
          </ac:spMkLst>
        </pc:spChg>
      </pc:sldChg>
      <pc:sldChg chg="modSp mod modClrScheme chgLayout">
        <pc:chgData name="Kerllie Georges" userId="S::kerlliegeorges_stud.chhs@tciedu.tc::d6a42ae6-e2a7-4679-83f3-45920e8fce4f" providerId="AD" clId="Web-{1076DBB9-AE9B-AD12-3246-CAB892DF7B87}" dt="2024-10-28T15:11:55.342" v="14"/>
        <pc:sldMkLst>
          <pc:docMk/>
          <pc:sldMk cId="1620611734" sldId="271"/>
        </pc:sldMkLst>
        <pc:spChg chg="mod ord">
          <ac:chgData name="Kerllie Georges" userId="S::kerlliegeorges_stud.chhs@tciedu.tc::d6a42ae6-e2a7-4679-83f3-45920e8fce4f" providerId="AD" clId="Web-{1076DBB9-AE9B-AD12-3246-CAB892DF7B87}" dt="2024-10-28T15:11:55.342" v="14"/>
          <ac:spMkLst>
            <pc:docMk/>
            <pc:sldMk cId="1620611734" sldId="271"/>
            <ac:spMk id="2" creationId="{D92BEA84-16C8-257B-FA4B-1997ACE8BA8D}"/>
          </ac:spMkLst>
        </pc:spChg>
        <pc:spChg chg="mod ord">
          <ac:chgData name="Kerllie Georges" userId="S::kerlliegeorges_stud.chhs@tciedu.tc::d6a42ae6-e2a7-4679-83f3-45920e8fce4f" providerId="AD" clId="Web-{1076DBB9-AE9B-AD12-3246-CAB892DF7B87}" dt="2024-10-28T15:11:55.342" v="14"/>
          <ac:spMkLst>
            <pc:docMk/>
            <pc:sldMk cId="1620611734" sldId="271"/>
            <ac:spMk id="3" creationId="{DC171099-894D-4A9C-AE8E-4A121D57072D}"/>
          </ac:spMkLst>
        </pc:spChg>
      </pc:sldChg>
      <pc:sldChg chg="modSp mod modClrScheme chgLayout">
        <pc:chgData name="Kerllie Georges" userId="S::kerlliegeorges_stud.chhs@tciedu.tc::d6a42ae6-e2a7-4679-83f3-45920e8fce4f" providerId="AD" clId="Web-{1076DBB9-AE9B-AD12-3246-CAB892DF7B87}" dt="2024-10-28T15:11:55.342" v="14"/>
        <pc:sldMkLst>
          <pc:docMk/>
          <pc:sldMk cId="2155940591" sldId="272"/>
        </pc:sldMkLst>
        <pc:spChg chg="mod ord">
          <ac:chgData name="Kerllie Georges" userId="S::kerlliegeorges_stud.chhs@tciedu.tc::d6a42ae6-e2a7-4679-83f3-45920e8fce4f" providerId="AD" clId="Web-{1076DBB9-AE9B-AD12-3246-CAB892DF7B87}" dt="2024-10-28T15:11:55.342" v="14"/>
          <ac:spMkLst>
            <pc:docMk/>
            <pc:sldMk cId="2155940591" sldId="272"/>
            <ac:spMk id="2" creationId="{0AFD86F6-3216-DB57-28BF-F8C47CF4F585}"/>
          </ac:spMkLst>
        </pc:spChg>
        <pc:spChg chg="mod ord">
          <ac:chgData name="Kerllie Georges" userId="S::kerlliegeorges_stud.chhs@tciedu.tc::d6a42ae6-e2a7-4679-83f3-45920e8fce4f" providerId="AD" clId="Web-{1076DBB9-AE9B-AD12-3246-CAB892DF7B87}" dt="2024-10-28T15:11:55.342" v="14"/>
          <ac:spMkLst>
            <pc:docMk/>
            <pc:sldMk cId="2155940591" sldId="272"/>
            <ac:spMk id="3" creationId="{D4A363AA-49C2-2EB1-B6B7-FD30C1EF2F23}"/>
          </ac:spMkLst>
        </pc:spChg>
      </pc:sldChg>
      <pc:sldChg chg="modSp mod modClrScheme chgLayout">
        <pc:chgData name="Kerllie Georges" userId="S::kerlliegeorges_stud.chhs@tciedu.tc::d6a42ae6-e2a7-4679-83f3-45920e8fce4f" providerId="AD" clId="Web-{1076DBB9-AE9B-AD12-3246-CAB892DF7B87}" dt="2024-10-28T15:11:55.342" v="14"/>
        <pc:sldMkLst>
          <pc:docMk/>
          <pc:sldMk cId="907182054" sldId="273"/>
        </pc:sldMkLst>
        <pc:spChg chg="mod ord">
          <ac:chgData name="Kerllie Georges" userId="S::kerlliegeorges_stud.chhs@tciedu.tc::d6a42ae6-e2a7-4679-83f3-45920e8fce4f" providerId="AD" clId="Web-{1076DBB9-AE9B-AD12-3246-CAB892DF7B87}" dt="2024-10-28T15:11:55.342" v="14"/>
          <ac:spMkLst>
            <pc:docMk/>
            <pc:sldMk cId="907182054" sldId="273"/>
            <ac:spMk id="2" creationId="{0A82E4E6-AB04-1097-C201-3A277647BC96}"/>
          </ac:spMkLst>
        </pc:spChg>
        <pc:spChg chg="mod ord">
          <ac:chgData name="Kerllie Georges" userId="S::kerlliegeorges_stud.chhs@tciedu.tc::d6a42ae6-e2a7-4679-83f3-45920e8fce4f" providerId="AD" clId="Web-{1076DBB9-AE9B-AD12-3246-CAB892DF7B87}" dt="2024-10-28T15:11:55.342" v="14"/>
          <ac:spMkLst>
            <pc:docMk/>
            <pc:sldMk cId="907182054" sldId="273"/>
            <ac:spMk id="3" creationId="{DEF73B86-9147-E292-5B05-1516ACA65CE4}"/>
          </ac:spMkLst>
        </pc:spChg>
      </pc:sldChg>
      <pc:sldChg chg="modSp mod modClrScheme chgLayout">
        <pc:chgData name="Kerllie Georges" userId="S::kerlliegeorges_stud.chhs@tciedu.tc::d6a42ae6-e2a7-4679-83f3-45920e8fce4f" providerId="AD" clId="Web-{1076DBB9-AE9B-AD12-3246-CAB892DF7B87}" dt="2024-10-28T15:11:55.342" v="14"/>
        <pc:sldMkLst>
          <pc:docMk/>
          <pc:sldMk cId="3795044273" sldId="274"/>
        </pc:sldMkLst>
        <pc:spChg chg="mod ord">
          <ac:chgData name="Kerllie Georges" userId="S::kerlliegeorges_stud.chhs@tciedu.tc::d6a42ae6-e2a7-4679-83f3-45920e8fce4f" providerId="AD" clId="Web-{1076DBB9-AE9B-AD12-3246-CAB892DF7B87}" dt="2024-10-28T15:11:55.342" v="14"/>
          <ac:spMkLst>
            <pc:docMk/>
            <pc:sldMk cId="3795044273" sldId="274"/>
            <ac:spMk id="2" creationId="{9A788209-709F-7A84-0279-FBF9E303371C}"/>
          </ac:spMkLst>
        </pc:spChg>
        <pc:spChg chg="mod ord">
          <ac:chgData name="Kerllie Georges" userId="S::kerlliegeorges_stud.chhs@tciedu.tc::d6a42ae6-e2a7-4679-83f3-45920e8fce4f" providerId="AD" clId="Web-{1076DBB9-AE9B-AD12-3246-CAB892DF7B87}" dt="2024-10-28T15:11:55.342" v="14"/>
          <ac:spMkLst>
            <pc:docMk/>
            <pc:sldMk cId="3795044273" sldId="274"/>
            <ac:spMk id="3" creationId="{A18FA1C2-A714-4B4C-3070-600D37C29108}"/>
          </ac:spMkLst>
        </pc:spChg>
      </pc:sldChg>
      <pc:sldChg chg="modSp mod modClrScheme chgLayout">
        <pc:chgData name="Kerllie Georges" userId="S::kerlliegeorges_stud.chhs@tciedu.tc::d6a42ae6-e2a7-4679-83f3-45920e8fce4f" providerId="AD" clId="Web-{1076DBB9-AE9B-AD12-3246-CAB892DF7B87}" dt="2024-10-28T15:11:55.342" v="14"/>
        <pc:sldMkLst>
          <pc:docMk/>
          <pc:sldMk cId="468709572" sldId="275"/>
        </pc:sldMkLst>
        <pc:spChg chg="mod ord">
          <ac:chgData name="Kerllie Georges" userId="S::kerlliegeorges_stud.chhs@tciedu.tc::d6a42ae6-e2a7-4679-83f3-45920e8fce4f" providerId="AD" clId="Web-{1076DBB9-AE9B-AD12-3246-CAB892DF7B87}" dt="2024-10-28T15:11:55.342" v="14"/>
          <ac:spMkLst>
            <pc:docMk/>
            <pc:sldMk cId="468709572" sldId="275"/>
            <ac:spMk id="2" creationId="{5CD9B833-5581-15B9-4D65-558BED1E5BF6}"/>
          </ac:spMkLst>
        </pc:spChg>
        <pc:spChg chg="mod ord">
          <ac:chgData name="Kerllie Georges" userId="S::kerlliegeorges_stud.chhs@tciedu.tc::d6a42ae6-e2a7-4679-83f3-45920e8fce4f" providerId="AD" clId="Web-{1076DBB9-AE9B-AD12-3246-CAB892DF7B87}" dt="2024-10-28T15:11:55.342" v="14"/>
          <ac:spMkLst>
            <pc:docMk/>
            <pc:sldMk cId="468709572" sldId="275"/>
            <ac:spMk id="3" creationId="{A163FEDF-4EC5-8F9E-9B21-C498777AD503}"/>
          </ac:spMkLst>
        </pc:spChg>
      </pc:sldChg>
      <pc:sldChg chg="modSp mod modClrScheme chgLayout">
        <pc:chgData name="Kerllie Georges" userId="S::kerlliegeorges_stud.chhs@tciedu.tc::d6a42ae6-e2a7-4679-83f3-45920e8fce4f" providerId="AD" clId="Web-{1076DBB9-AE9B-AD12-3246-CAB892DF7B87}" dt="2024-10-28T15:11:55.342" v="14"/>
        <pc:sldMkLst>
          <pc:docMk/>
          <pc:sldMk cId="2185680030" sldId="276"/>
        </pc:sldMkLst>
        <pc:spChg chg="mod ord">
          <ac:chgData name="Kerllie Georges" userId="S::kerlliegeorges_stud.chhs@tciedu.tc::d6a42ae6-e2a7-4679-83f3-45920e8fce4f" providerId="AD" clId="Web-{1076DBB9-AE9B-AD12-3246-CAB892DF7B87}" dt="2024-10-28T15:11:55.342" v="14"/>
          <ac:spMkLst>
            <pc:docMk/>
            <pc:sldMk cId="2185680030" sldId="276"/>
            <ac:spMk id="2" creationId="{227FE92F-6792-07AC-7B06-0001CB4A44FE}"/>
          </ac:spMkLst>
        </pc:spChg>
        <pc:spChg chg="mod ord">
          <ac:chgData name="Kerllie Georges" userId="S::kerlliegeorges_stud.chhs@tciedu.tc::d6a42ae6-e2a7-4679-83f3-45920e8fce4f" providerId="AD" clId="Web-{1076DBB9-AE9B-AD12-3246-CAB892DF7B87}" dt="2024-10-28T15:11:55.342" v="14"/>
          <ac:spMkLst>
            <pc:docMk/>
            <pc:sldMk cId="2185680030" sldId="276"/>
            <ac:spMk id="3" creationId="{395697FD-4B94-A690-3878-6B2237075903}"/>
          </ac:spMkLst>
        </pc:spChg>
      </pc:sldChg>
      <pc:sldChg chg="modSp mod modClrScheme chgLayout">
        <pc:chgData name="Kerllie Georges" userId="S::kerlliegeorges_stud.chhs@tciedu.tc::d6a42ae6-e2a7-4679-83f3-45920e8fce4f" providerId="AD" clId="Web-{1076DBB9-AE9B-AD12-3246-CAB892DF7B87}" dt="2024-10-28T15:11:55.342" v="14"/>
        <pc:sldMkLst>
          <pc:docMk/>
          <pc:sldMk cId="767541868" sldId="277"/>
        </pc:sldMkLst>
        <pc:spChg chg="mod ord">
          <ac:chgData name="Kerllie Georges" userId="S::kerlliegeorges_stud.chhs@tciedu.tc::d6a42ae6-e2a7-4679-83f3-45920e8fce4f" providerId="AD" clId="Web-{1076DBB9-AE9B-AD12-3246-CAB892DF7B87}" dt="2024-10-28T15:11:55.342" v="14"/>
          <ac:spMkLst>
            <pc:docMk/>
            <pc:sldMk cId="767541868" sldId="277"/>
            <ac:spMk id="2" creationId="{AF27A162-4BFA-2F56-F727-F5A9E7828DC2}"/>
          </ac:spMkLst>
        </pc:spChg>
        <pc:spChg chg="mod ord">
          <ac:chgData name="Kerllie Georges" userId="S::kerlliegeorges_stud.chhs@tciedu.tc::d6a42ae6-e2a7-4679-83f3-45920e8fce4f" providerId="AD" clId="Web-{1076DBB9-AE9B-AD12-3246-CAB892DF7B87}" dt="2024-10-28T15:11:55.342" v="14"/>
          <ac:spMkLst>
            <pc:docMk/>
            <pc:sldMk cId="767541868" sldId="277"/>
            <ac:spMk id="3" creationId="{C7CDCA1D-7610-D0B5-168F-56F4535660CF}"/>
          </ac:spMkLst>
        </pc:spChg>
      </pc:sldChg>
      <pc:sldChg chg="modSp mod modClrScheme chgLayout">
        <pc:chgData name="Kerllie Georges" userId="S::kerlliegeorges_stud.chhs@tciedu.tc::d6a42ae6-e2a7-4679-83f3-45920e8fce4f" providerId="AD" clId="Web-{1076DBB9-AE9B-AD12-3246-CAB892DF7B87}" dt="2024-10-28T15:11:55.342" v="14"/>
        <pc:sldMkLst>
          <pc:docMk/>
          <pc:sldMk cId="4136209498" sldId="278"/>
        </pc:sldMkLst>
        <pc:spChg chg="mod ord">
          <ac:chgData name="Kerllie Georges" userId="S::kerlliegeorges_stud.chhs@tciedu.tc::d6a42ae6-e2a7-4679-83f3-45920e8fce4f" providerId="AD" clId="Web-{1076DBB9-AE9B-AD12-3246-CAB892DF7B87}" dt="2024-10-28T15:11:55.342" v="14"/>
          <ac:spMkLst>
            <pc:docMk/>
            <pc:sldMk cId="4136209498" sldId="278"/>
            <ac:spMk id="2" creationId="{3E631606-4BBD-B3D3-C765-C70F95993A73}"/>
          </ac:spMkLst>
        </pc:spChg>
        <pc:spChg chg="mod ord">
          <ac:chgData name="Kerllie Georges" userId="S::kerlliegeorges_stud.chhs@tciedu.tc::d6a42ae6-e2a7-4679-83f3-45920e8fce4f" providerId="AD" clId="Web-{1076DBB9-AE9B-AD12-3246-CAB892DF7B87}" dt="2024-10-28T15:11:55.342" v="14"/>
          <ac:spMkLst>
            <pc:docMk/>
            <pc:sldMk cId="4136209498" sldId="278"/>
            <ac:spMk id="3" creationId="{96C2F2E6-4EAC-592A-EFA0-8E7BC212997D}"/>
          </ac:spMkLst>
        </pc:spChg>
      </pc:sldChg>
      <pc:sldChg chg="modSp mod modClrScheme chgLayout">
        <pc:chgData name="Kerllie Georges" userId="S::kerlliegeorges_stud.chhs@tciedu.tc::d6a42ae6-e2a7-4679-83f3-45920e8fce4f" providerId="AD" clId="Web-{1076DBB9-AE9B-AD12-3246-CAB892DF7B87}" dt="2024-10-28T15:11:55.342" v="14"/>
        <pc:sldMkLst>
          <pc:docMk/>
          <pc:sldMk cId="3307671012" sldId="279"/>
        </pc:sldMkLst>
        <pc:spChg chg="mod ord">
          <ac:chgData name="Kerllie Georges" userId="S::kerlliegeorges_stud.chhs@tciedu.tc::d6a42ae6-e2a7-4679-83f3-45920e8fce4f" providerId="AD" clId="Web-{1076DBB9-AE9B-AD12-3246-CAB892DF7B87}" dt="2024-10-28T15:11:55.342" v="14"/>
          <ac:spMkLst>
            <pc:docMk/>
            <pc:sldMk cId="3307671012" sldId="279"/>
            <ac:spMk id="2" creationId="{992DEA7D-5A53-34B8-D38D-E8059B9DD02D}"/>
          </ac:spMkLst>
        </pc:spChg>
        <pc:spChg chg="mod ord">
          <ac:chgData name="Kerllie Georges" userId="S::kerlliegeorges_stud.chhs@tciedu.tc::d6a42ae6-e2a7-4679-83f3-45920e8fce4f" providerId="AD" clId="Web-{1076DBB9-AE9B-AD12-3246-CAB892DF7B87}" dt="2024-10-28T15:11:55.342" v="14"/>
          <ac:spMkLst>
            <pc:docMk/>
            <pc:sldMk cId="3307671012" sldId="279"/>
            <ac:spMk id="3" creationId="{B1BCCCFB-2B5C-A6BC-2F3C-1B877F1AB929}"/>
          </ac:spMkLst>
        </pc:spChg>
      </pc:sldChg>
      <pc:sldMasterChg chg="del delSldLayout">
        <pc:chgData name="Kerllie Georges" userId="S::kerlliegeorges_stud.chhs@tciedu.tc::d6a42ae6-e2a7-4679-83f3-45920e8fce4f" providerId="AD" clId="Web-{1076DBB9-AE9B-AD12-3246-CAB892DF7B87}" dt="2024-10-28T15:11:55.342" v="14"/>
        <pc:sldMasterMkLst>
          <pc:docMk/>
          <pc:sldMasterMk cId="830204557" sldId="2147483978"/>
        </pc:sldMasterMkLst>
        <pc:sldLayoutChg chg="del">
          <pc:chgData name="Kerllie Georges" userId="S::kerlliegeorges_stud.chhs@tciedu.tc::d6a42ae6-e2a7-4679-83f3-45920e8fce4f" providerId="AD" clId="Web-{1076DBB9-AE9B-AD12-3246-CAB892DF7B87}" dt="2024-10-28T15:11:55.342" v="14"/>
          <pc:sldLayoutMkLst>
            <pc:docMk/>
            <pc:sldMasterMk cId="830204557" sldId="2147483978"/>
            <pc:sldLayoutMk cId="668202412" sldId="2147483979"/>
          </pc:sldLayoutMkLst>
        </pc:sldLayoutChg>
        <pc:sldLayoutChg chg="del">
          <pc:chgData name="Kerllie Georges" userId="S::kerlliegeorges_stud.chhs@tciedu.tc::d6a42ae6-e2a7-4679-83f3-45920e8fce4f" providerId="AD" clId="Web-{1076DBB9-AE9B-AD12-3246-CAB892DF7B87}" dt="2024-10-28T15:11:55.342" v="14"/>
          <pc:sldLayoutMkLst>
            <pc:docMk/>
            <pc:sldMasterMk cId="830204557" sldId="2147483978"/>
            <pc:sldLayoutMk cId="474583170" sldId="2147483980"/>
          </pc:sldLayoutMkLst>
        </pc:sldLayoutChg>
        <pc:sldLayoutChg chg="del">
          <pc:chgData name="Kerllie Georges" userId="S::kerlliegeorges_stud.chhs@tciedu.tc::d6a42ae6-e2a7-4679-83f3-45920e8fce4f" providerId="AD" clId="Web-{1076DBB9-AE9B-AD12-3246-CAB892DF7B87}" dt="2024-10-28T15:11:55.342" v="14"/>
          <pc:sldLayoutMkLst>
            <pc:docMk/>
            <pc:sldMasterMk cId="830204557" sldId="2147483978"/>
            <pc:sldLayoutMk cId="2874057403" sldId="2147483981"/>
          </pc:sldLayoutMkLst>
        </pc:sldLayoutChg>
        <pc:sldLayoutChg chg="del">
          <pc:chgData name="Kerllie Georges" userId="S::kerlliegeorges_stud.chhs@tciedu.tc::d6a42ae6-e2a7-4679-83f3-45920e8fce4f" providerId="AD" clId="Web-{1076DBB9-AE9B-AD12-3246-CAB892DF7B87}" dt="2024-10-28T15:11:55.342" v="14"/>
          <pc:sldLayoutMkLst>
            <pc:docMk/>
            <pc:sldMasterMk cId="830204557" sldId="2147483978"/>
            <pc:sldLayoutMk cId="950313859" sldId="2147483982"/>
          </pc:sldLayoutMkLst>
        </pc:sldLayoutChg>
        <pc:sldLayoutChg chg="del">
          <pc:chgData name="Kerllie Georges" userId="S::kerlliegeorges_stud.chhs@tciedu.tc::d6a42ae6-e2a7-4679-83f3-45920e8fce4f" providerId="AD" clId="Web-{1076DBB9-AE9B-AD12-3246-CAB892DF7B87}" dt="2024-10-28T15:11:55.342" v="14"/>
          <pc:sldLayoutMkLst>
            <pc:docMk/>
            <pc:sldMasterMk cId="830204557" sldId="2147483978"/>
            <pc:sldLayoutMk cId="2656316528" sldId="2147483983"/>
          </pc:sldLayoutMkLst>
        </pc:sldLayoutChg>
        <pc:sldLayoutChg chg="del">
          <pc:chgData name="Kerllie Georges" userId="S::kerlliegeorges_stud.chhs@tciedu.tc::d6a42ae6-e2a7-4679-83f3-45920e8fce4f" providerId="AD" clId="Web-{1076DBB9-AE9B-AD12-3246-CAB892DF7B87}" dt="2024-10-28T15:11:55.342" v="14"/>
          <pc:sldLayoutMkLst>
            <pc:docMk/>
            <pc:sldMasterMk cId="830204557" sldId="2147483978"/>
            <pc:sldLayoutMk cId="432582494" sldId="2147483984"/>
          </pc:sldLayoutMkLst>
        </pc:sldLayoutChg>
        <pc:sldLayoutChg chg="del">
          <pc:chgData name="Kerllie Georges" userId="S::kerlliegeorges_stud.chhs@tciedu.tc::d6a42ae6-e2a7-4679-83f3-45920e8fce4f" providerId="AD" clId="Web-{1076DBB9-AE9B-AD12-3246-CAB892DF7B87}" dt="2024-10-28T15:11:55.342" v="14"/>
          <pc:sldLayoutMkLst>
            <pc:docMk/>
            <pc:sldMasterMk cId="830204557" sldId="2147483978"/>
            <pc:sldLayoutMk cId="2429060599" sldId="2147483985"/>
          </pc:sldLayoutMkLst>
        </pc:sldLayoutChg>
        <pc:sldLayoutChg chg="del">
          <pc:chgData name="Kerllie Georges" userId="S::kerlliegeorges_stud.chhs@tciedu.tc::d6a42ae6-e2a7-4679-83f3-45920e8fce4f" providerId="AD" clId="Web-{1076DBB9-AE9B-AD12-3246-CAB892DF7B87}" dt="2024-10-28T15:11:55.342" v="14"/>
          <pc:sldLayoutMkLst>
            <pc:docMk/>
            <pc:sldMasterMk cId="830204557" sldId="2147483978"/>
            <pc:sldLayoutMk cId="2005538363" sldId="2147483986"/>
          </pc:sldLayoutMkLst>
        </pc:sldLayoutChg>
        <pc:sldLayoutChg chg="del">
          <pc:chgData name="Kerllie Georges" userId="S::kerlliegeorges_stud.chhs@tciedu.tc::d6a42ae6-e2a7-4679-83f3-45920e8fce4f" providerId="AD" clId="Web-{1076DBB9-AE9B-AD12-3246-CAB892DF7B87}" dt="2024-10-28T15:11:55.342" v="14"/>
          <pc:sldLayoutMkLst>
            <pc:docMk/>
            <pc:sldMasterMk cId="830204557" sldId="2147483978"/>
            <pc:sldLayoutMk cId="3461968587" sldId="2147483987"/>
          </pc:sldLayoutMkLst>
        </pc:sldLayoutChg>
        <pc:sldLayoutChg chg="del">
          <pc:chgData name="Kerllie Georges" userId="S::kerlliegeorges_stud.chhs@tciedu.tc::d6a42ae6-e2a7-4679-83f3-45920e8fce4f" providerId="AD" clId="Web-{1076DBB9-AE9B-AD12-3246-CAB892DF7B87}" dt="2024-10-28T15:11:55.342" v="14"/>
          <pc:sldLayoutMkLst>
            <pc:docMk/>
            <pc:sldMasterMk cId="830204557" sldId="2147483978"/>
            <pc:sldLayoutMk cId="2631285447" sldId="2147483988"/>
          </pc:sldLayoutMkLst>
        </pc:sldLayoutChg>
        <pc:sldLayoutChg chg="del">
          <pc:chgData name="Kerllie Georges" userId="S::kerlliegeorges_stud.chhs@tciedu.tc::d6a42ae6-e2a7-4679-83f3-45920e8fce4f" providerId="AD" clId="Web-{1076DBB9-AE9B-AD12-3246-CAB892DF7B87}" dt="2024-10-28T15:11:55.342" v="14"/>
          <pc:sldLayoutMkLst>
            <pc:docMk/>
            <pc:sldMasterMk cId="830204557" sldId="2147483978"/>
            <pc:sldLayoutMk cId="767567553" sldId="2147483989"/>
          </pc:sldLayoutMkLst>
        </pc:sldLayoutChg>
      </pc:sldMasterChg>
      <pc:sldMasterChg chg="add addSldLayout modSldLayout">
        <pc:chgData name="Kerllie Georges" userId="S::kerlliegeorges_stud.chhs@tciedu.tc::d6a42ae6-e2a7-4679-83f3-45920e8fce4f" providerId="AD" clId="Web-{1076DBB9-AE9B-AD12-3246-CAB892DF7B87}" dt="2024-10-28T15:11:55.342" v="14"/>
        <pc:sldMasterMkLst>
          <pc:docMk/>
          <pc:sldMasterMk cId="1083971059" sldId="2147483990"/>
        </pc:sldMasterMkLst>
        <pc:sldLayoutChg chg="add mod replId">
          <pc:chgData name="Kerllie Georges" userId="S::kerlliegeorges_stud.chhs@tciedu.tc::d6a42ae6-e2a7-4679-83f3-45920e8fce4f" providerId="AD" clId="Web-{1076DBB9-AE9B-AD12-3246-CAB892DF7B87}" dt="2024-10-28T15:11:55.342" v="14"/>
          <pc:sldLayoutMkLst>
            <pc:docMk/>
            <pc:sldMasterMk cId="1083971059" sldId="2147483990"/>
            <pc:sldLayoutMk cId="2679104739" sldId="2147483991"/>
          </pc:sldLayoutMkLst>
        </pc:sldLayoutChg>
        <pc:sldLayoutChg chg="add mod replId">
          <pc:chgData name="Kerllie Georges" userId="S::kerlliegeorges_stud.chhs@tciedu.tc::d6a42ae6-e2a7-4679-83f3-45920e8fce4f" providerId="AD" clId="Web-{1076DBB9-AE9B-AD12-3246-CAB892DF7B87}" dt="2024-10-28T15:11:55.342" v="14"/>
          <pc:sldLayoutMkLst>
            <pc:docMk/>
            <pc:sldMasterMk cId="1083971059" sldId="2147483990"/>
            <pc:sldLayoutMk cId="2069030004" sldId="2147483992"/>
          </pc:sldLayoutMkLst>
        </pc:sldLayoutChg>
        <pc:sldLayoutChg chg="add mod replId">
          <pc:chgData name="Kerllie Georges" userId="S::kerlliegeorges_stud.chhs@tciedu.tc::d6a42ae6-e2a7-4679-83f3-45920e8fce4f" providerId="AD" clId="Web-{1076DBB9-AE9B-AD12-3246-CAB892DF7B87}" dt="2024-10-28T15:11:55.342" v="14"/>
          <pc:sldLayoutMkLst>
            <pc:docMk/>
            <pc:sldMasterMk cId="1083971059" sldId="2147483990"/>
            <pc:sldLayoutMk cId="1377854727" sldId="2147483993"/>
          </pc:sldLayoutMkLst>
        </pc:sldLayoutChg>
        <pc:sldLayoutChg chg="add mod replId">
          <pc:chgData name="Kerllie Georges" userId="S::kerlliegeorges_stud.chhs@tciedu.tc::d6a42ae6-e2a7-4679-83f3-45920e8fce4f" providerId="AD" clId="Web-{1076DBB9-AE9B-AD12-3246-CAB892DF7B87}" dt="2024-10-28T15:11:55.342" v="14"/>
          <pc:sldLayoutMkLst>
            <pc:docMk/>
            <pc:sldMasterMk cId="1083971059" sldId="2147483990"/>
            <pc:sldLayoutMk cId="217006265" sldId="2147483994"/>
          </pc:sldLayoutMkLst>
        </pc:sldLayoutChg>
        <pc:sldLayoutChg chg="add mod replId">
          <pc:chgData name="Kerllie Georges" userId="S::kerlliegeorges_stud.chhs@tciedu.tc::d6a42ae6-e2a7-4679-83f3-45920e8fce4f" providerId="AD" clId="Web-{1076DBB9-AE9B-AD12-3246-CAB892DF7B87}" dt="2024-10-28T15:11:55.342" v="14"/>
          <pc:sldLayoutMkLst>
            <pc:docMk/>
            <pc:sldMasterMk cId="1083971059" sldId="2147483990"/>
            <pc:sldLayoutMk cId="127771168" sldId="2147483995"/>
          </pc:sldLayoutMkLst>
        </pc:sldLayoutChg>
        <pc:sldLayoutChg chg="add mod replId">
          <pc:chgData name="Kerllie Georges" userId="S::kerlliegeorges_stud.chhs@tciedu.tc::d6a42ae6-e2a7-4679-83f3-45920e8fce4f" providerId="AD" clId="Web-{1076DBB9-AE9B-AD12-3246-CAB892DF7B87}" dt="2024-10-28T15:11:55.342" v="14"/>
          <pc:sldLayoutMkLst>
            <pc:docMk/>
            <pc:sldMasterMk cId="1083971059" sldId="2147483990"/>
            <pc:sldLayoutMk cId="3951870904" sldId="2147483996"/>
          </pc:sldLayoutMkLst>
        </pc:sldLayoutChg>
        <pc:sldLayoutChg chg="add mod replId">
          <pc:chgData name="Kerllie Georges" userId="S::kerlliegeorges_stud.chhs@tciedu.tc::d6a42ae6-e2a7-4679-83f3-45920e8fce4f" providerId="AD" clId="Web-{1076DBB9-AE9B-AD12-3246-CAB892DF7B87}" dt="2024-10-28T15:11:55.342" v="14"/>
          <pc:sldLayoutMkLst>
            <pc:docMk/>
            <pc:sldMasterMk cId="1083971059" sldId="2147483990"/>
            <pc:sldLayoutMk cId="3989184618" sldId="2147483997"/>
          </pc:sldLayoutMkLst>
        </pc:sldLayoutChg>
        <pc:sldLayoutChg chg="add mod replId">
          <pc:chgData name="Kerllie Georges" userId="S::kerlliegeorges_stud.chhs@tciedu.tc::d6a42ae6-e2a7-4679-83f3-45920e8fce4f" providerId="AD" clId="Web-{1076DBB9-AE9B-AD12-3246-CAB892DF7B87}" dt="2024-10-28T15:11:55.342" v="14"/>
          <pc:sldLayoutMkLst>
            <pc:docMk/>
            <pc:sldMasterMk cId="1083971059" sldId="2147483990"/>
            <pc:sldLayoutMk cId="3946769479" sldId="2147483998"/>
          </pc:sldLayoutMkLst>
        </pc:sldLayoutChg>
        <pc:sldLayoutChg chg="add mod replId">
          <pc:chgData name="Kerllie Georges" userId="S::kerlliegeorges_stud.chhs@tciedu.tc::d6a42ae6-e2a7-4679-83f3-45920e8fce4f" providerId="AD" clId="Web-{1076DBB9-AE9B-AD12-3246-CAB892DF7B87}" dt="2024-10-28T15:11:55.342" v="14"/>
          <pc:sldLayoutMkLst>
            <pc:docMk/>
            <pc:sldMasterMk cId="1083971059" sldId="2147483990"/>
            <pc:sldLayoutMk cId="3265156460" sldId="2147483999"/>
          </pc:sldLayoutMkLst>
        </pc:sldLayoutChg>
        <pc:sldLayoutChg chg="add mod replId">
          <pc:chgData name="Kerllie Georges" userId="S::kerlliegeorges_stud.chhs@tciedu.tc::d6a42ae6-e2a7-4679-83f3-45920e8fce4f" providerId="AD" clId="Web-{1076DBB9-AE9B-AD12-3246-CAB892DF7B87}" dt="2024-10-28T15:11:55.342" v="14"/>
          <pc:sldLayoutMkLst>
            <pc:docMk/>
            <pc:sldMasterMk cId="1083971059" sldId="2147483990"/>
            <pc:sldLayoutMk cId="3505927966" sldId="2147484000"/>
          </pc:sldLayoutMkLst>
        </pc:sldLayoutChg>
        <pc:sldLayoutChg chg="add mod replId">
          <pc:chgData name="Kerllie Georges" userId="S::kerlliegeorges_stud.chhs@tciedu.tc::d6a42ae6-e2a7-4679-83f3-45920e8fce4f" providerId="AD" clId="Web-{1076DBB9-AE9B-AD12-3246-CAB892DF7B87}" dt="2024-10-28T15:11:55.342" v="14"/>
          <pc:sldLayoutMkLst>
            <pc:docMk/>
            <pc:sldMasterMk cId="1083971059" sldId="2147483990"/>
            <pc:sldLayoutMk cId="1379841200" sldId="2147484001"/>
          </pc:sldLayoutMkLst>
        </pc:sldLayoutChg>
        <pc:sldLayoutChg chg="add mod replId">
          <pc:chgData name="Kerllie Georges" userId="S::kerlliegeorges_stud.chhs@tciedu.tc::d6a42ae6-e2a7-4679-83f3-45920e8fce4f" providerId="AD" clId="Web-{1076DBB9-AE9B-AD12-3246-CAB892DF7B87}" dt="2024-10-28T15:11:55.342" v="14"/>
          <pc:sldLayoutMkLst>
            <pc:docMk/>
            <pc:sldMasterMk cId="1083971059" sldId="2147483990"/>
            <pc:sldLayoutMk cId="98487874" sldId="2147484002"/>
          </pc:sldLayoutMkLst>
        </pc:sldLayoutChg>
        <pc:sldLayoutChg chg="add mod replId">
          <pc:chgData name="Kerllie Georges" userId="S::kerlliegeorges_stud.chhs@tciedu.tc::d6a42ae6-e2a7-4679-83f3-45920e8fce4f" providerId="AD" clId="Web-{1076DBB9-AE9B-AD12-3246-CAB892DF7B87}" dt="2024-10-28T15:11:55.342" v="14"/>
          <pc:sldLayoutMkLst>
            <pc:docMk/>
            <pc:sldMasterMk cId="1083971059" sldId="2147483990"/>
            <pc:sldLayoutMk cId="4126488659" sldId="2147484003"/>
          </pc:sldLayoutMkLst>
        </pc:sldLayoutChg>
        <pc:sldLayoutChg chg="add mod replId">
          <pc:chgData name="Kerllie Georges" userId="S::kerlliegeorges_stud.chhs@tciedu.tc::d6a42ae6-e2a7-4679-83f3-45920e8fce4f" providerId="AD" clId="Web-{1076DBB9-AE9B-AD12-3246-CAB892DF7B87}" dt="2024-10-28T15:11:55.342" v="14"/>
          <pc:sldLayoutMkLst>
            <pc:docMk/>
            <pc:sldMasterMk cId="1083971059" sldId="2147483990"/>
            <pc:sldLayoutMk cId="168346198" sldId="2147484004"/>
          </pc:sldLayoutMkLst>
        </pc:sldLayoutChg>
        <pc:sldLayoutChg chg="add mod replId">
          <pc:chgData name="Kerllie Georges" userId="S::kerlliegeorges_stud.chhs@tciedu.tc::d6a42ae6-e2a7-4679-83f3-45920e8fce4f" providerId="AD" clId="Web-{1076DBB9-AE9B-AD12-3246-CAB892DF7B87}" dt="2024-10-28T15:11:55.342" v="14"/>
          <pc:sldLayoutMkLst>
            <pc:docMk/>
            <pc:sldMasterMk cId="1083971059" sldId="2147483990"/>
            <pc:sldLayoutMk cId="2703028060" sldId="2147484005"/>
          </pc:sldLayoutMkLst>
        </pc:sldLayoutChg>
        <pc:sldLayoutChg chg="add mod replId">
          <pc:chgData name="Kerllie Georges" userId="S::kerlliegeorges_stud.chhs@tciedu.tc::d6a42ae6-e2a7-4679-83f3-45920e8fce4f" providerId="AD" clId="Web-{1076DBB9-AE9B-AD12-3246-CAB892DF7B87}" dt="2024-10-28T15:11:55.342" v="14"/>
          <pc:sldLayoutMkLst>
            <pc:docMk/>
            <pc:sldMasterMk cId="1083971059" sldId="2147483990"/>
            <pc:sldLayoutMk cId="4147296017" sldId="2147484006"/>
          </pc:sldLayoutMkLst>
        </pc:sldLayoutChg>
        <pc:sldLayoutChg chg="add mod replId">
          <pc:chgData name="Kerllie Georges" userId="S::kerlliegeorges_stud.chhs@tciedu.tc::d6a42ae6-e2a7-4679-83f3-45920e8fce4f" providerId="AD" clId="Web-{1076DBB9-AE9B-AD12-3246-CAB892DF7B87}" dt="2024-10-28T15:11:55.342" v="14"/>
          <pc:sldLayoutMkLst>
            <pc:docMk/>
            <pc:sldMasterMk cId="1083971059" sldId="2147483990"/>
            <pc:sldLayoutMk cId="3757657289" sldId="2147484007"/>
          </pc:sldLayoutMkLst>
        </pc:sldLayoutChg>
      </pc:sldMaster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dirty="0"/>
              <a:t>Click to edit Master title style</a:t>
            </a:r>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10/28/2024</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791047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2647F38-B617-4D2F-AE0A-013F0C4D2C57}" type="datetimeFigureOut">
              <a:rPr lang="en-US" dirty="0"/>
              <a:t>10/28/2024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extLst>
      <p:ext uri="{BB962C8B-B14F-4D97-AF65-F5344CB8AC3E}">
        <p14:creationId xmlns:p14="http://schemas.microsoft.com/office/powerpoint/2010/main" val="20690300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dirty="0"/>
              <a:t>Click to edit Master title style</a:t>
            </a:r>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778547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05BFA754-D5C3-4E66-96A6-867B257F58DC}" type="datetimeFigureOut">
              <a:rPr lang="en-US" dirty="0"/>
              <a:t>10/28/2024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extLst>
      <p:ext uri="{BB962C8B-B14F-4D97-AF65-F5344CB8AC3E}">
        <p14:creationId xmlns:p14="http://schemas.microsoft.com/office/powerpoint/2010/main" val="2170062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10/28/2024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7771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10/28/2024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518709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10/28/2024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9891846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dirty="0"/>
              <a:t>Click to edit Master title style</a:t>
            </a:r>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467694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dirty="0"/>
              <a:t>Click to edit Master title style</a:t>
            </a:r>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65156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dirty="0"/>
              <a:t>Click to edit Master title style</a:t>
            </a:r>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505927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dirty="0"/>
              <a:t>Click to edit Master title style</a:t>
            </a:r>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798412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dirty="0"/>
              <a:t>Click to edit Master title style</a:t>
            </a:r>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84878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dirty="0"/>
              <a:t>Click to edit Master title style</a:t>
            </a:r>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1264886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dirty="0"/>
              <a:t>Click to edit Master title style</a:t>
            </a:r>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83461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dirty="0"/>
              <a:t>Click to edit Master title style</a:t>
            </a:r>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030280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10/28/2024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472960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10/28/2024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576572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10/28/2024</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083971059"/>
      </p:ext>
    </p:extLst>
  </p:cSld>
  <p:clrMap bg1="lt1" tx1="dk1" bg2="lt2" tx2="dk2" accent1="accent1" accent2="accent2" accent3="accent3" accent4="accent4" accent5="accent5" accent6="accent6" hlink="hlink" folHlink="folHlink"/>
  <p:sldLayoutIdLst>
    <p:sldLayoutId id="2147483991" r:id="rId1"/>
    <p:sldLayoutId id="2147483992" r:id="rId2"/>
    <p:sldLayoutId id="2147483993" r:id="rId3"/>
    <p:sldLayoutId id="2147483994" r:id="rId4"/>
    <p:sldLayoutId id="2147483995" r:id="rId5"/>
    <p:sldLayoutId id="2147483996" r:id="rId6"/>
    <p:sldLayoutId id="2147483997" r:id="rId7"/>
    <p:sldLayoutId id="2147483998" r:id="rId8"/>
    <p:sldLayoutId id="2147483999" r:id="rId9"/>
    <p:sldLayoutId id="2147484000" r:id="rId10"/>
    <p:sldLayoutId id="2147484001" r:id="rId11"/>
    <p:sldLayoutId id="2147484002" r:id="rId12"/>
    <p:sldLayoutId id="2147484003" r:id="rId13"/>
    <p:sldLayoutId id="2147484004" r:id="rId14"/>
    <p:sldLayoutId id="2147484005" r:id="rId15"/>
    <p:sldLayoutId id="2147484006" r:id="rId16"/>
    <p:sldLayoutId id="214748400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jpe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21.jpe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pic>
        <p:nvPicPr>
          <p:cNvPr id="35" name="Picture 34" descr="Fire extinguisher and hose reel in hotel corridor">
            <a:extLst>
              <a:ext uri="{FF2B5EF4-FFF2-40B4-BE49-F238E27FC236}">
                <a16:creationId xmlns:a16="http://schemas.microsoft.com/office/drawing/2014/main" id="{A27D9E0A-E87D-9FCB-853A-99397D4CA8AF}"/>
              </a:ext>
            </a:extLst>
          </p:cNvPr>
          <p:cNvPicPr>
            <a:picLocks noChangeAspect="1"/>
          </p:cNvPicPr>
          <p:nvPr/>
        </p:nvPicPr>
        <p:blipFill>
          <a:blip r:embed="rId3"/>
          <a:srcRect t="6850" b="8880"/>
          <a:stretch/>
        </p:blipFill>
        <p:spPr>
          <a:xfrm>
            <a:off x="20" y="10"/>
            <a:ext cx="12191980" cy="6857989"/>
          </a:xfrm>
          <a:prstGeom prst="rect">
            <a:avLst/>
          </a:prstGeom>
        </p:spPr>
      </p:pic>
      <p:sp>
        <p:nvSpPr>
          <p:cNvPr id="40" name="Rectangle 39">
            <a:extLst>
              <a:ext uri="{FF2B5EF4-FFF2-40B4-BE49-F238E27FC236}">
                <a16:creationId xmlns:a16="http://schemas.microsoft.com/office/drawing/2014/main" id="{C9D262D4-AE8B-4620-949A-609FC366FC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02616" y="1411015"/>
            <a:ext cx="7808159" cy="4103960"/>
          </a:xfrm>
          <a:prstGeom prst="rect">
            <a:avLst/>
          </a:prstGeom>
          <a:blipFill dpi="0" rotWithShape="1">
            <a:blip r:embed="rId4">
              <a:alphaModFix amt="86000"/>
              <a:duotone>
                <a:schemeClr val="bg2">
                  <a:shade val="45000"/>
                  <a:satMod val="135000"/>
                </a:schemeClr>
                <a:prstClr val="white"/>
              </a:duotone>
            </a:blip>
            <a:srcRect/>
            <a:tile tx="0" ty="0" sx="90000" sy="100000" flip="none" algn="ctr"/>
          </a:blipFill>
          <a:ln>
            <a:noFill/>
          </a:ln>
          <a:effectLst>
            <a:outerShdw blurRad="114300" dist="127000" dir="5400000" sx="99000" sy="99000" algn="t" rotWithShape="0">
              <a:prstClr val="black">
                <a:alpha val="40000"/>
              </a:prstClr>
            </a:outerShdw>
          </a:effectLst>
          <a:scene3d>
            <a:camera prst="orthographicFront"/>
            <a:lightRig rig="twoPt" dir="t"/>
          </a:scene3d>
          <a:sp3d contourW="6350">
            <a:bevelT w="12700" h="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3605853C-E63A-49E2-84A4-4B7DD77A56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grpSp>
        <p:nvGrpSpPr>
          <p:cNvPr id="44" name="Group 43">
            <a:extLst>
              <a:ext uri="{FF2B5EF4-FFF2-40B4-BE49-F238E27FC236}">
                <a16:creationId xmlns:a16="http://schemas.microsoft.com/office/drawing/2014/main" id="{9500549F-5B68-400C-A605-BDF102BDBB0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123631"/>
            <a:ext cx="12231160" cy="659658"/>
            <a:chOff x="-16934" y="3123631"/>
            <a:chExt cx="12231160" cy="659658"/>
          </a:xfrm>
        </p:grpSpPr>
        <p:sp>
          <p:nvSpPr>
            <p:cNvPr id="38" name="Rounded Rectangle 17">
              <a:extLst>
                <a:ext uri="{FF2B5EF4-FFF2-40B4-BE49-F238E27FC236}">
                  <a16:creationId xmlns:a16="http://schemas.microsoft.com/office/drawing/2014/main" id="{CE12C213-76C6-4953-849D-69BD0C0740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430976" y="3123631"/>
              <a:ext cx="45720" cy="658368"/>
            </a:xfrm>
            <a:prstGeom prst="roundRect">
              <a:avLst>
                <a:gd name="adj" fmla="val 50000"/>
              </a:avLst>
            </a:prstGeom>
            <a:solidFill>
              <a:schemeClr val="tx2">
                <a:alpha val="55000"/>
              </a:schemeClr>
            </a:solidFill>
            <a:ln w="9525">
              <a:noFill/>
            </a:ln>
            <a:effectLst>
              <a:innerShdw blurRad="114300">
                <a:prstClr val="black">
                  <a:alpha val="4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 name="Picture 45">
              <a:extLst>
                <a:ext uri="{FF2B5EF4-FFF2-40B4-BE49-F238E27FC236}">
                  <a16:creationId xmlns:a16="http://schemas.microsoft.com/office/drawing/2014/main" id="{85D5C439-F0A9-41AB-BF38-FB38EB00B7C2}"/>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6934" y="3145536"/>
              <a:ext cx="2478024" cy="612648"/>
            </a:xfrm>
            <a:prstGeom prst="rect">
              <a:avLst/>
            </a:prstGeom>
          </p:spPr>
        </p:pic>
        <p:sp>
          <p:nvSpPr>
            <p:cNvPr id="39" name="Rounded Rectangle 20">
              <a:extLst>
                <a:ext uri="{FF2B5EF4-FFF2-40B4-BE49-F238E27FC236}">
                  <a16:creationId xmlns:a16="http://schemas.microsoft.com/office/drawing/2014/main" id="{CE714C63-2EB2-4CE0-8982-994E7A37AA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17803" y="3124921"/>
              <a:ext cx="45720" cy="658368"/>
            </a:xfrm>
            <a:prstGeom prst="roundRect">
              <a:avLst>
                <a:gd name="adj" fmla="val 50000"/>
              </a:avLst>
            </a:prstGeom>
            <a:solidFill>
              <a:schemeClr val="tx2">
                <a:alpha val="55000"/>
              </a:schemeClr>
            </a:solidFill>
            <a:ln w="9525">
              <a:noFill/>
            </a:ln>
            <a:effectLst>
              <a:innerShdw blurRad="114300">
                <a:prstClr val="black">
                  <a:alpha val="4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8" name="Picture 47">
              <a:extLst>
                <a:ext uri="{FF2B5EF4-FFF2-40B4-BE49-F238E27FC236}">
                  <a16:creationId xmlns:a16="http://schemas.microsoft.com/office/drawing/2014/main" id="{CE568286-7D0B-4E62-BC33-A99A0FD743D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9736202" y="3145536"/>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ormAutofit/>
          </a:bodyPr>
          <a:lstStyle/>
          <a:p>
            <a:r>
              <a:rPr lang="en-US" b="1" u="sng">
                <a:ea typeface="+mj-lt"/>
                <a:cs typeface="+mj-lt"/>
              </a:rPr>
              <a:t>Safety Equipment</a:t>
            </a:r>
            <a:endParaRPr lang="en-US">
              <a:ea typeface="+mj-lt"/>
              <a:cs typeface="+mj-lt"/>
            </a:endParaRPr>
          </a:p>
        </p:txBody>
      </p:sp>
      <p:sp>
        <p:nvSpPr>
          <p:cNvPr id="3" name="Subtitle 2"/>
          <p:cNvSpPr>
            <a:spLocks noGrp="1"/>
          </p:cNvSpPr>
          <p:nvPr>
            <p:ph type="subTitle" idx="1"/>
          </p:nvPr>
        </p:nvSpPr>
        <p:spPr>
          <a:xfrm>
            <a:off x="2692398" y="3657597"/>
            <a:ext cx="6815669" cy="1320802"/>
          </a:xfrm>
        </p:spPr>
        <p:txBody>
          <a:bodyPr vert="horz" lIns="91440" tIns="45720" rIns="91440" bIns="45720" rtlCol="0">
            <a:normAutofit/>
          </a:bodyPr>
          <a:lstStyle/>
          <a:p>
            <a:r>
              <a:rPr lang="en-US"/>
              <a:t>By.kerllie Georges</a:t>
            </a:r>
          </a:p>
        </p:txBody>
      </p:sp>
      <p:cxnSp>
        <p:nvCxnSpPr>
          <p:cNvPr id="50" name="Straight Connector 49">
            <a:extLst>
              <a:ext uri="{FF2B5EF4-FFF2-40B4-BE49-F238E27FC236}">
                <a16:creationId xmlns:a16="http://schemas.microsoft.com/office/drawing/2014/main" id="{1E22DAF0-5C05-4D01-A6C7-28326657739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4C676-C464-F5F1-E07B-A9F4B7D855B4}"/>
              </a:ext>
            </a:extLst>
          </p:cNvPr>
          <p:cNvSpPr>
            <a:spLocks noGrp="1"/>
          </p:cNvSpPr>
          <p:nvPr>
            <p:ph type="title"/>
          </p:nvPr>
        </p:nvSpPr>
        <p:spPr>
          <a:xfrm>
            <a:off x="648929" y="1450259"/>
            <a:ext cx="3753599" cy="1442153"/>
          </a:xfrm>
        </p:spPr>
        <p:txBody>
          <a:bodyPr>
            <a:normAutofit/>
          </a:bodyPr>
          <a:lstStyle/>
          <a:p>
            <a:r>
              <a:rPr lang="en-US" sz="3600">
                <a:latin typeface="Times New Roman"/>
                <a:cs typeface="Times New Roman"/>
              </a:rPr>
              <a:t>Fire Extinguishers </a:t>
            </a:r>
          </a:p>
        </p:txBody>
      </p:sp>
      <p:sp>
        <p:nvSpPr>
          <p:cNvPr id="8" name="Content Placeholder 7">
            <a:extLst>
              <a:ext uri="{FF2B5EF4-FFF2-40B4-BE49-F238E27FC236}">
                <a16:creationId xmlns:a16="http://schemas.microsoft.com/office/drawing/2014/main" id="{7E10D1A9-1547-CB7D-3859-081D7FF056D4}"/>
              </a:ext>
            </a:extLst>
          </p:cNvPr>
          <p:cNvSpPr>
            <a:spLocks noGrp="1"/>
          </p:cNvSpPr>
          <p:nvPr>
            <p:ph idx="1"/>
          </p:nvPr>
        </p:nvSpPr>
        <p:spPr>
          <a:xfrm>
            <a:off x="647700" y="3072385"/>
            <a:ext cx="3754987" cy="2947415"/>
          </a:xfrm>
        </p:spPr>
        <p:txBody>
          <a:bodyPr vert="horz" lIns="91440" tIns="45720" rIns="91440" bIns="45720" rtlCol="0">
            <a:normAutofit/>
          </a:bodyPr>
          <a:lstStyle/>
          <a:p>
            <a:r>
              <a:rPr lang="en-US" sz="1800">
                <a:ea typeface="+mn-lt"/>
                <a:cs typeface="+mn-lt"/>
              </a:rPr>
              <a:t> something used to put out a fire. especially : a portable or wheeled device for putting out small fires by spraying fire-extinguishing chemicals.</a:t>
            </a:r>
            <a:endParaRPr lang="en-US" sz="1800"/>
          </a:p>
        </p:txBody>
      </p:sp>
      <p:pic>
        <p:nvPicPr>
          <p:cNvPr id="4" name="Content Placeholder 3" descr="A group of fire extinguishers&#10;&#10;Description automatically generated">
            <a:extLst>
              <a:ext uri="{FF2B5EF4-FFF2-40B4-BE49-F238E27FC236}">
                <a16:creationId xmlns:a16="http://schemas.microsoft.com/office/drawing/2014/main" id="{267AF2F6-203C-9058-2C1B-111C990E490D}"/>
              </a:ext>
            </a:extLst>
          </p:cNvPr>
          <p:cNvPicPr>
            <a:picLocks noChangeAspect="1"/>
          </p:cNvPicPr>
          <p:nvPr/>
        </p:nvPicPr>
        <p:blipFill>
          <a:blip r:embed="rId3"/>
          <a:srcRect l="3554" r="12645" b="1"/>
          <a:stretch/>
        </p:blipFill>
        <p:spPr>
          <a:xfrm>
            <a:off x="5052252" y="1248379"/>
            <a:ext cx="6493910" cy="4572001"/>
          </a:xfrm>
          <a:prstGeom prst="rect">
            <a:avLst/>
          </a:prstGeom>
          <a:effectLst>
            <a:outerShdw blurRad="50800" dist="38100" dir="5400000" algn="t" rotWithShape="0">
              <a:prstClr val="black">
                <a:alpha val="43000"/>
              </a:prstClr>
            </a:outerShdw>
          </a:effectLst>
        </p:spPr>
      </p:pic>
    </p:spTree>
    <p:extLst>
      <p:ext uri="{BB962C8B-B14F-4D97-AF65-F5344CB8AC3E}">
        <p14:creationId xmlns:p14="http://schemas.microsoft.com/office/powerpoint/2010/main" val="19239640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5E943-316D-170A-C49A-FD1FC626031C}"/>
              </a:ext>
            </a:extLst>
          </p:cNvPr>
          <p:cNvSpPr>
            <a:spLocks noGrp="1"/>
          </p:cNvSpPr>
          <p:nvPr>
            <p:ph type="title"/>
          </p:nvPr>
        </p:nvSpPr>
        <p:spPr>
          <a:xfrm>
            <a:off x="5411931" y="452718"/>
            <a:ext cx="4638903" cy="1400530"/>
          </a:xfrm>
        </p:spPr>
        <p:txBody>
          <a:bodyPr>
            <a:normAutofit/>
          </a:bodyPr>
          <a:lstStyle/>
          <a:p>
            <a:r>
              <a:rPr lang="en-US">
                <a:latin typeface="Times New Roman"/>
                <a:cs typeface="Times New Roman"/>
              </a:rPr>
              <a:t>Fire Alarms</a:t>
            </a:r>
          </a:p>
        </p:txBody>
      </p:sp>
      <p:sp>
        <p:nvSpPr>
          <p:cNvPr id="8" name="Content Placeholder 7">
            <a:extLst>
              <a:ext uri="{FF2B5EF4-FFF2-40B4-BE49-F238E27FC236}">
                <a16:creationId xmlns:a16="http://schemas.microsoft.com/office/drawing/2014/main" id="{5D325BE5-79F0-13CD-5180-4ADB6842BA19}"/>
              </a:ext>
            </a:extLst>
          </p:cNvPr>
          <p:cNvSpPr>
            <a:spLocks noGrp="1"/>
          </p:cNvSpPr>
          <p:nvPr>
            <p:ph idx="1"/>
          </p:nvPr>
        </p:nvSpPr>
        <p:spPr>
          <a:xfrm>
            <a:off x="5410950" y="2052918"/>
            <a:ext cx="4638903" cy="4195481"/>
          </a:xfrm>
        </p:spPr>
        <p:txBody>
          <a:bodyPr>
            <a:normAutofit/>
          </a:bodyPr>
          <a:lstStyle/>
          <a:p>
            <a:r>
              <a:rPr lang="en-US">
                <a:ea typeface="+mn-lt"/>
                <a:cs typeface="+mn-lt"/>
              </a:rPr>
              <a:t>A fire alarm is a unit made of several devices, which uses visual and audio signaling to warn people about a possible fire, smoke, or carbon monoxide occurrence in the area of coverage.</a:t>
            </a:r>
            <a:endParaRPr lang="en-US"/>
          </a:p>
        </p:txBody>
      </p:sp>
      <p:pic>
        <p:nvPicPr>
          <p:cNvPr id="3" name="Picture 2" descr="A red fire alarm and a red sign on a pegboard&#10;&#10;Description automatically generated">
            <a:extLst>
              <a:ext uri="{FF2B5EF4-FFF2-40B4-BE49-F238E27FC236}">
                <a16:creationId xmlns:a16="http://schemas.microsoft.com/office/drawing/2014/main" id="{D6A88D53-7ECF-8A23-94F8-9B4498E04D28}"/>
              </a:ext>
            </a:extLst>
          </p:cNvPr>
          <p:cNvPicPr>
            <a:picLocks noChangeAspect="1"/>
          </p:cNvPicPr>
          <p:nvPr/>
        </p:nvPicPr>
        <p:blipFill>
          <a:blip r:embed="rId3"/>
          <a:srcRect l="23467" r="28336" b="1"/>
          <a:stretch/>
        </p:blipFill>
        <p:spPr>
          <a:xfrm>
            <a:off x="3" y="10"/>
            <a:ext cx="4973099" cy="6857991"/>
          </a:xfrm>
          <a:custGeom>
            <a:avLst/>
            <a:gdLst/>
            <a:ahLst/>
            <a:cxnLst/>
            <a:rect l="l" t="t" r="r" b="b"/>
            <a:pathLst>
              <a:path w="4973099" h="6858001">
                <a:moveTo>
                  <a:pt x="3628384" y="0"/>
                </a:moveTo>
                <a:lnTo>
                  <a:pt x="4971922" y="0"/>
                </a:lnTo>
                <a:lnTo>
                  <a:pt x="4946877" y="155677"/>
                </a:lnTo>
                <a:lnTo>
                  <a:pt x="4923008" y="310668"/>
                </a:lnTo>
                <a:lnTo>
                  <a:pt x="4899644" y="466344"/>
                </a:lnTo>
                <a:lnTo>
                  <a:pt x="4879641" y="622707"/>
                </a:lnTo>
                <a:lnTo>
                  <a:pt x="4859470" y="778383"/>
                </a:lnTo>
                <a:lnTo>
                  <a:pt x="4840644" y="934746"/>
                </a:lnTo>
                <a:lnTo>
                  <a:pt x="4824508" y="1089051"/>
                </a:lnTo>
                <a:lnTo>
                  <a:pt x="4809212" y="1245413"/>
                </a:lnTo>
                <a:lnTo>
                  <a:pt x="4795260" y="1401090"/>
                </a:lnTo>
                <a:lnTo>
                  <a:pt x="4783158" y="1554023"/>
                </a:lnTo>
                <a:lnTo>
                  <a:pt x="4771055" y="1709014"/>
                </a:lnTo>
                <a:lnTo>
                  <a:pt x="4760970" y="1861947"/>
                </a:lnTo>
                <a:lnTo>
                  <a:pt x="4753070" y="2014881"/>
                </a:lnTo>
                <a:lnTo>
                  <a:pt x="4744833" y="2167128"/>
                </a:lnTo>
                <a:lnTo>
                  <a:pt x="4737942" y="2318004"/>
                </a:lnTo>
                <a:lnTo>
                  <a:pt x="4733067" y="2467509"/>
                </a:lnTo>
                <a:lnTo>
                  <a:pt x="4728865" y="2617013"/>
                </a:lnTo>
                <a:lnTo>
                  <a:pt x="4724831" y="2765146"/>
                </a:lnTo>
                <a:lnTo>
                  <a:pt x="4722982" y="2911221"/>
                </a:lnTo>
                <a:lnTo>
                  <a:pt x="4720965" y="3057297"/>
                </a:lnTo>
                <a:lnTo>
                  <a:pt x="4719956" y="3201315"/>
                </a:lnTo>
                <a:lnTo>
                  <a:pt x="4720965" y="3343961"/>
                </a:lnTo>
                <a:lnTo>
                  <a:pt x="4720965" y="3485236"/>
                </a:lnTo>
                <a:lnTo>
                  <a:pt x="4722982" y="3625139"/>
                </a:lnTo>
                <a:lnTo>
                  <a:pt x="4726007" y="3762299"/>
                </a:lnTo>
                <a:lnTo>
                  <a:pt x="4728865" y="3898087"/>
                </a:lnTo>
                <a:lnTo>
                  <a:pt x="4732059" y="4031133"/>
                </a:lnTo>
                <a:lnTo>
                  <a:pt x="4736933" y="4163492"/>
                </a:lnTo>
                <a:lnTo>
                  <a:pt x="4742144" y="4293793"/>
                </a:lnTo>
                <a:lnTo>
                  <a:pt x="4746850" y="4421352"/>
                </a:lnTo>
                <a:lnTo>
                  <a:pt x="4760130" y="4670298"/>
                </a:lnTo>
                <a:lnTo>
                  <a:pt x="4774249" y="4908956"/>
                </a:lnTo>
                <a:lnTo>
                  <a:pt x="4789041" y="5138013"/>
                </a:lnTo>
                <a:lnTo>
                  <a:pt x="4805346" y="5354726"/>
                </a:lnTo>
                <a:lnTo>
                  <a:pt x="4822323" y="5561838"/>
                </a:lnTo>
                <a:lnTo>
                  <a:pt x="4840644" y="5753862"/>
                </a:lnTo>
                <a:lnTo>
                  <a:pt x="4858630" y="5934227"/>
                </a:lnTo>
                <a:lnTo>
                  <a:pt x="4876615" y="6100191"/>
                </a:lnTo>
                <a:lnTo>
                  <a:pt x="4893592" y="6252438"/>
                </a:lnTo>
                <a:lnTo>
                  <a:pt x="4909729" y="6387541"/>
                </a:lnTo>
                <a:lnTo>
                  <a:pt x="4925025" y="6509613"/>
                </a:lnTo>
                <a:lnTo>
                  <a:pt x="4937800" y="6612483"/>
                </a:lnTo>
                <a:lnTo>
                  <a:pt x="4949902" y="6698894"/>
                </a:lnTo>
                <a:lnTo>
                  <a:pt x="4967216" y="6817538"/>
                </a:lnTo>
                <a:lnTo>
                  <a:pt x="4973099" y="6858000"/>
                </a:lnTo>
                <a:lnTo>
                  <a:pt x="4075210" y="6858000"/>
                </a:lnTo>
                <a:lnTo>
                  <a:pt x="4075210" y="6858001"/>
                </a:lnTo>
                <a:lnTo>
                  <a:pt x="0" y="6858001"/>
                </a:lnTo>
                <a:lnTo>
                  <a:pt x="0" y="1"/>
                </a:lnTo>
                <a:lnTo>
                  <a:pt x="3628384" y="1"/>
                </a:lnTo>
                <a:close/>
              </a:path>
            </a:pathLst>
          </a:custGeom>
        </p:spPr>
      </p:pic>
    </p:spTree>
    <p:extLst>
      <p:ext uri="{BB962C8B-B14F-4D97-AF65-F5344CB8AC3E}">
        <p14:creationId xmlns:p14="http://schemas.microsoft.com/office/powerpoint/2010/main" val="1523577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C9C26-077C-2DAB-0277-EFBA702D047C}"/>
              </a:ext>
            </a:extLst>
          </p:cNvPr>
          <p:cNvSpPr>
            <a:spLocks noGrp="1"/>
          </p:cNvSpPr>
          <p:nvPr>
            <p:ph type="title"/>
          </p:nvPr>
        </p:nvSpPr>
        <p:spPr>
          <a:xfrm>
            <a:off x="5411931" y="452718"/>
            <a:ext cx="4638903" cy="1400530"/>
          </a:xfrm>
        </p:spPr>
        <p:txBody>
          <a:bodyPr>
            <a:normAutofit/>
          </a:bodyPr>
          <a:lstStyle/>
          <a:p>
            <a:r>
              <a:rPr lang="en-US">
                <a:latin typeface="Aptos"/>
              </a:rPr>
              <a:t>smoke detector</a:t>
            </a:r>
            <a:endParaRPr lang="en-US"/>
          </a:p>
        </p:txBody>
      </p:sp>
      <p:sp>
        <p:nvSpPr>
          <p:cNvPr id="3" name="Content Placeholder 2">
            <a:extLst>
              <a:ext uri="{FF2B5EF4-FFF2-40B4-BE49-F238E27FC236}">
                <a16:creationId xmlns:a16="http://schemas.microsoft.com/office/drawing/2014/main" id="{D41B6FB7-5FD9-B1DE-A2FC-0E5C6CB605CB}"/>
              </a:ext>
            </a:extLst>
          </p:cNvPr>
          <p:cNvSpPr>
            <a:spLocks noGrp="1"/>
          </p:cNvSpPr>
          <p:nvPr>
            <p:ph idx="1"/>
          </p:nvPr>
        </p:nvSpPr>
        <p:spPr>
          <a:xfrm>
            <a:off x="5410950" y="2052918"/>
            <a:ext cx="4638903" cy="4195481"/>
          </a:xfrm>
        </p:spPr>
        <p:txBody>
          <a:bodyPr vert="horz" lIns="91440" tIns="45720" rIns="91440" bIns="45720" rtlCol="0">
            <a:normAutofit/>
          </a:bodyPr>
          <a:lstStyle/>
          <a:p>
            <a:r>
              <a:rPr lang="en-US">
                <a:ea typeface="+mn-lt"/>
                <a:cs typeface="+mn-lt"/>
              </a:rPr>
              <a:t>A smoke detector is an electronic fire-protection device that automatically senses the presence of smoke, as a key indication of fire, and sounds a warning to building occupants.</a:t>
            </a:r>
            <a:endParaRPr lang="en-US"/>
          </a:p>
        </p:txBody>
      </p:sp>
      <p:pic>
        <p:nvPicPr>
          <p:cNvPr id="6" name="Content Placeholder 3" descr="Smoke detector with smoke coming out of it&#10;&#10;Description automatically generated">
            <a:extLst>
              <a:ext uri="{FF2B5EF4-FFF2-40B4-BE49-F238E27FC236}">
                <a16:creationId xmlns:a16="http://schemas.microsoft.com/office/drawing/2014/main" id="{053DF9D8-8DAF-2387-3BDE-D0582C37B49A}"/>
              </a:ext>
            </a:extLst>
          </p:cNvPr>
          <p:cNvPicPr>
            <a:picLocks noChangeAspect="1"/>
          </p:cNvPicPr>
          <p:nvPr/>
        </p:nvPicPr>
        <p:blipFill>
          <a:blip r:embed="rId3"/>
          <a:srcRect l="18205" r="9280"/>
          <a:stretch/>
        </p:blipFill>
        <p:spPr>
          <a:xfrm>
            <a:off x="3" y="10"/>
            <a:ext cx="4973099" cy="6857991"/>
          </a:xfrm>
          <a:custGeom>
            <a:avLst/>
            <a:gdLst/>
            <a:ahLst/>
            <a:cxnLst/>
            <a:rect l="l" t="t" r="r" b="b"/>
            <a:pathLst>
              <a:path w="4973099" h="6858001">
                <a:moveTo>
                  <a:pt x="3628384" y="0"/>
                </a:moveTo>
                <a:lnTo>
                  <a:pt x="4971922" y="0"/>
                </a:lnTo>
                <a:lnTo>
                  <a:pt x="4946877" y="155677"/>
                </a:lnTo>
                <a:lnTo>
                  <a:pt x="4923008" y="310668"/>
                </a:lnTo>
                <a:lnTo>
                  <a:pt x="4899644" y="466344"/>
                </a:lnTo>
                <a:lnTo>
                  <a:pt x="4879641" y="622707"/>
                </a:lnTo>
                <a:lnTo>
                  <a:pt x="4859470" y="778383"/>
                </a:lnTo>
                <a:lnTo>
                  <a:pt x="4840644" y="934746"/>
                </a:lnTo>
                <a:lnTo>
                  <a:pt x="4824508" y="1089051"/>
                </a:lnTo>
                <a:lnTo>
                  <a:pt x="4809212" y="1245413"/>
                </a:lnTo>
                <a:lnTo>
                  <a:pt x="4795260" y="1401090"/>
                </a:lnTo>
                <a:lnTo>
                  <a:pt x="4783158" y="1554023"/>
                </a:lnTo>
                <a:lnTo>
                  <a:pt x="4771055" y="1709014"/>
                </a:lnTo>
                <a:lnTo>
                  <a:pt x="4760970" y="1861947"/>
                </a:lnTo>
                <a:lnTo>
                  <a:pt x="4753070" y="2014881"/>
                </a:lnTo>
                <a:lnTo>
                  <a:pt x="4744833" y="2167128"/>
                </a:lnTo>
                <a:lnTo>
                  <a:pt x="4737942" y="2318004"/>
                </a:lnTo>
                <a:lnTo>
                  <a:pt x="4733067" y="2467509"/>
                </a:lnTo>
                <a:lnTo>
                  <a:pt x="4728865" y="2617013"/>
                </a:lnTo>
                <a:lnTo>
                  <a:pt x="4724831" y="2765146"/>
                </a:lnTo>
                <a:lnTo>
                  <a:pt x="4722982" y="2911221"/>
                </a:lnTo>
                <a:lnTo>
                  <a:pt x="4720965" y="3057297"/>
                </a:lnTo>
                <a:lnTo>
                  <a:pt x="4719956" y="3201315"/>
                </a:lnTo>
                <a:lnTo>
                  <a:pt x="4720965" y="3343961"/>
                </a:lnTo>
                <a:lnTo>
                  <a:pt x="4720965" y="3485236"/>
                </a:lnTo>
                <a:lnTo>
                  <a:pt x="4722982" y="3625139"/>
                </a:lnTo>
                <a:lnTo>
                  <a:pt x="4726007" y="3762299"/>
                </a:lnTo>
                <a:lnTo>
                  <a:pt x="4728865" y="3898087"/>
                </a:lnTo>
                <a:lnTo>
                  <a:pt x="4732059" y="4031133"/>
                </a:lnTo>
                <a:lnTo>
                  <a:pt x="4736933" y="4163492"/>
                </a:lnTo>
                <a:lnTo>
                  <a:pt x="4742144" y="4293793"/>
                </a:lnTo>
                <a:lnTo>
                  <a:pt x="4746850" y="4421352"/>
                </a:lnTo>
                <a:lnTo>
                  <a:pt x="4760130" y="4670298"/>
                </a:lnTo>
                <a:lnTo>
                  <a:pt x="4774249" y="4908956"/>
                </a:lnTo>
                <a:lnTo>
                  <a:pt x="4789041" y="5138013"/>
                </a:lnTo>
                <a:lnTo>
                  <a:pt x="4805346" y="5354726"/>
                </a:lnTo>
                <a:lnTo>
                  <a:pt x="4822323" y="5561838"/>
                </a:lnTo>
                <a:lnTo>
                  <a:pt x="4840644" y="5753862"/>
                </a:lnTo>
                <a:lnTo>
                  <a:pt x="4858630" y="5934227"/>
                </a:lnTo>
                <a:lnTo>
                  <a:pt x="4876615" y="6100191"/>
                </a:lnTo>
                <a:lnTo>
                  <a:pt x="4893592" y="6252438"/>
                </a:lnTo>
                <a:lnTo>
                  <a:pt x="4909729" y="6387541"/>
                </a:lnTo>
                <a:lnTo>
                  <a:pt x="4925025" y="6509613"/>
                </a:lnTo>
                <a:lnTo>
                  <a:pt x="4937800" y="6612483"/>
                </a:lnTo>
                <a:lnTo>
                  <a:pt x="4949902" y="6698894"/>
                </a:lnTo>
                <a:lnTo>
                  <a:pt x="4967216" y="6817538"/>
                </a:lnTo>
                <a:lnTo>
                  <a:pt x="4973099" y="6858000"/>
                </a:lnTo>
                <a:lnTo>
                  <a:pt x="4075210" y="6858000"/>
                </a:lnTo>
                <a:lnTo>
                  <a:pt x="4075210" y="6858001"/>
                </a:lnTo>
                <a:lnTo>
                  <a:pt x="0" y="6858001"/>
                </a:lnTo>
                <a:lnTo>
                  <a:pt x="0" y="1"/>
                </a:lnTo>
                <a:lnTo>
                  <a:pt x="3628384" y="1"/>
                </a:lnTo>
                <a:close/>
              </a:path>
            </a:pathLst>
          </a:custGeom>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468308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05610-BA09-3FF5-CE8F-53DA81F29383}"/>
              </a:ext>
            </a:extLst>
          </p:cNvPr>
          <p:cNvSpPr>
            <a:spLocks noGrp="1"/>
          </p:cNvSpPr>
          <p:nvPr>
            <p:ph type="title"/>
          </p:nvPr>
        </p:nvSpPr>
        <p:spPr>
          <a:xfrm>
            <a:off x="5411931" y="452718"/>
            <a:ext cx="4638903" cy="1400530"/>
          </a:xfrm>
        </p:spPr>
        <p:txBody>
          <a:bodyPr>
            <a:normAutofit/>
          </a:bodyPr>
          <a:lstStyle/>
          <a:p>
            <a:r>
              <a:rPr lang="en-US">
                <a:latin typeface="Times New Roman"/>
                <a:cs typeface="Times New Roman"/>
              </a:rPr>
              <a:t>Burglar Alarms</a:t>
            </a:r>
          </a:p>
        </p:txBody>
      </p:sp>
      <p:sp>
        <p:nvSpPr>
          <p:cNvPr id="21" name="Content Placeholder 7">
            <a:extLst>
              <a:ext uri="{FF2B5EF4-FFF2-40B4-BE49-F238E27FC236}">
                <a16:creationId xmlns:a16="http://schemas.microsoft.com/office/drawing/2014/main" id="{0C41E9A0-6320-A4DD-81F4-654662E4CA32}"/>
              </a:ext>
            </a:extLst>
          </p:cNvPr>
          <p:cNvSpPr>
            <a:spLocks noGrp="1"/>
          </p:cNvSpPr>
          <p:nvPr>
            <p:ph idx="1"/>
          </p:nvPr>
        </p:nvSpPr>
        <p:spPr>
          <a:xfrm>
            <a:off x="5410950" y="2052918"/>
            <a:ext cx="4638903" cy="4195481"/>
          </a:xfrm>
        </p:spPr>
        <p:txBody>
          <a:bodyPr vert="horz" lIns="91440" tIns="45720" rIns="91440" bIns="45720" rtlCol="0">
            <a:normAutofit/>
          </a:bodyPr>
          <a:lstStyle/>
          <a:p>
            <a:r>
              <a:rPr lang="en-US">
                <a:ea typeface="+mn-lt"/>
                <a:cs typeface="+mn-lt"/>
              </a:rPr>
              <a:t>An alarm system can be installed at residential as well as commercial places and depending upon the location some devices are installed inside and some outside of the premises.</a:t>
            </a:r>
            <a:endParaRPr lang="en-US"/>
          </a:p>
        </p:txBody>
      </p:sp>
      <p:pic>
        <p:nvPicPr>
          <p:cNvPr id="4" name="Content Placeholder 3" descr="A close-up of a device&#10;&#10;Description automatically generated">
            <a:extLst>
              <a:ext uri="{FF2B5EF4-FFF2-40B4-BE49-F238E27FC236}">
                <a16:creationId xmlns:a16="http://schemas.microsoft.com/office/drawing/2014/main" id="{81C6AC8E-3D0C-45E4-40EC-8012AAC6E53F}"/>
              </a:ext>
            </a:extLst>
          </p:cNvPr>
          <p:cNvPicPr>
            <a:picLocks noChangeAspect="1"/>
          </p:cNvPicPr>
          <p:nvPr/>
        </p:nvPicPr>
        <p:blipFill>
          <a:blip r:embed="rId3"/>
          <a:srcRect l="4749" r="62257" b="-1"/>
          <a:stretch/>
        </p:blipFill>
        <p:spPr>
          <a:xfrm>
            <a:off x="3" y="10"/>
            <a:ext cx="4973099" cy="6857991"/>
          </a:xfrm>
          <a:custGeom>
            <a:avLst/>
            <a:gdLst/>
            <a:ahLst/>
            <a:cxnLst/>
            <a:rect l="l" t="t" r="r" b="b"/>
            <a:pathLst>
              <a:path w="4973099" h="6858001">
                <a:moveTo>
                  <a:pt x="3628384" y="0"/>
                </a:moveTo>
                <a:lnTo>
                  <a:pt x="4971922" y="0"/>
                </a:lnTo>
                <a:lnTo>
                  <a:pt x="4946877" y="155677"/>
                </a:lnTo>
                <a:lnTo>
                  <a:pt x="4923008" y="310668"/>
                </a:lnTo>
                <a:lnTo>
                  <a:pt x="4899644" y="466344"/>
                </a:lnTo>
                <a:lnTo>
                  <a:pt x="4879641" y="622707"/>
                </a:lnTo>
                <a:lnTo>
                  <a:pt x="4859470" y="778383"/>
                </a:lnTo>
                <a:lnTo>
                  <a:pt x="4840644" y="934746"/>
                </a:lnTo>
                <a:lnTo>
                  <a:pt x="4824508" y="1089051"/>
                </a:lnTo>
                <a:lnTo>
                  <a:pt x="4809212" y="1245413"/>
                </a:lnTo>
                <a:lnTo>
                  <a:pt x="4795260" y="1401090"/>
                </a:lnTo>
                <a:lnTo>
                  <a:pt x="4783158" y="1554023"/>
                </a:lnTo>
                <a:lnTo>
                  <a:pt x="4771055" y="1709014"/>
                </a:lnTo>
                <a:lnTo>
                  <a:pt x="4760970" y="1861947"/>
                </a:lnTo>
                <a:lnTo>
                  <a:pt x="4753070" y="2014881"/>
                </a:lnTo>
                <a:lnTo>
                  <a:pt x="4744833" y="2167128"/>
                </a:lnTo>
                <a:lnTo>
                  <a:pt x="4737942" y="2318004"/>
                </a:lnTo>
                <a:lnTo>
                  <a:pt x="4733067" y="2467509"/>
                </a:lnTo>
                <a:lnTo>
                  <a:pt x="4728865" y="2617013"/>
                </a:lnTo>
                <a:lnTo>
                  <a:pt x="4724831" y="2765146"/>
                </a:lnTo>
                <a:lnTo>
                  <a:pt x="4722982" y="2911221"/>
                </a:lnTo>
                <a:lnTo>
                  <a:pt x="4720965" y="3057297"/>
                </a:lnTo>
                <a:lnTo>
                  <a:pt x="4719956" y="3201315"/>
                </a:lnTo>
                <a:lnTo>
                  <a:pt x="4720965" y="3343961"/>
                </a:lnTo>
                <a:lnTo>
                  <a:pt x="4720965" y="3485236"/>
                </a:lnTo>
                <a:lnTo>
                  <a:pt x="4722982" y="3625139"/>
                </a:lnTo>
                <a:lnTo>
                  <a:pt x="4726007" y="3762299"/>
                </a:lnTo>
                <a:lnTo>
                  <a:pt x="4728865" y="3898087"/>
                </a:lnTo>
                <a:lnTo>
                  <a:pt x="4732059" y="4031133"/>
                </a:lnTo>
                <a:lnTo>
                  <a:pt x="4736933" y="4163492"/>
                </a:lnTo>
                <a:lnTo>
                  <a:pt x="4742144" y="4293793"/>
                </a:lnTo>
                <a:lnTo>
                  <a:pt x="4746850" y="4421352"/>
                </a:lnTo>
                <a:lnTo>
                  <a:pt x="4760130" y="4670298"/>
                </a:lnTo>
                <a:lnTo>
                  <a:pt x="4774249" y="4908956"/>
                </a:lnTo>
                <a:lnTo>
                  <a:pt x="4789041" y="5138013"/>
                </a:lnTo>
                <a:lnTo>
                  <a:pt x="4805346" y="5354726"/>
                </a:lnTo>
                <a:lnTo>
                  <a:pt x="4822323" y="5561838"/>
                </a:lnTo>
                <a:lnTo>
                  <a:pt x="4840644" y="5753862"/>
                </a:lnTo>
                <a:lnTo>
                  <a:pt x="4858630" y="5934227"/>
                </a:lnTo>
                <a:lnTo>
                  <a:pt x="4876615" y="6100191"/>
                </a:lnTo>
                <a:lnTo>
                  <a:pt x="4893592" y="6252438"/>
                </a:lnTo>
                <a:lnTo>
                  <a:pt x="4909729" y="6387541"/>
                </a:lnTo>
                <a:lnTo>
                  <a:pt x="4925025" y="6509613"/>
                </a:lnTo>
                <a:lnTo>
                  <a:pt x="4937800" y="6612483"/>
                </a:lnTo>
                <a:lnTo>
                  <a:pt x="4949902" y="6698894"/>
                </a:lnTo>
                <a:lnTo>
                  <a:pt x="4967216" y="6817538"/>
                </a:lnTo>
                <a:lnTo>
                  <a:pt x="4973099" y="6858000"/>
                </a:lnTo>
                <a:lnTo>
                  <a:pt x="4075210" y="6858000"/>
                </a:lnTo>
                <a:lnTo>
                  <a:pt x="4075210" y="6858001"/>
                </a:lnTo>
                <a:lnTo>
                  <a:pt x="0" y="6858001"/>
                </a:lnTo>
                <a:lnTo>
                  <a:pt x="0" y="1"/>
                </a:lnTo>
                <a:lnTo>
                  <a:pt x="3628384" y="1"/>
                </a:lnTo>
                <a:close/>
              </a:path>
            </a:pathLst>
          </a:custGeom>
        </p:spPr>
      </p:pic>
    </p:spTree>
    <p:extLst>
      <p:ext uri="{BB962C8B-B14F-4D97-AF65-F5344CB8AC3E}">
        <p14:creationId xmlns:p14="http://schemas.microsoft.com/office/powerpoint/2010/main" val="20851389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42000"/>
                <a:hueMod val="42000"/>
                <a:satMod val="124000"/>
                <a:lumMod val="62000"/>
              </a:schemeClr>
              <a:schemeClr val="bg2">
                <a:tint val="96000"/>
                <a:satMod val="13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91DDD-2099-0427-CB12-2043F55B8126}"/>
              </a:ext>
            </a:extLst>
          </p:cNvPr>
          <p:cNvSpPr>
            <a:spLocks noGrp="1"/>
          </p:cNvSpPr>
          <p:nvPr>
            <p:ph type="title"/>
          </p:nvPr>
        </p:nvSpPr>
        <p:spPr>
          <a:xfrm>
            <a:off x="648930" y="629266"/>
            <a:ext cx="3322912" cy="1641987"/>
          </a:xfrm>
        </p:spPr>
        <p:txBody>
          <a:bodyPr>
            <a:normAutofit/>
          </a:bodyPr>
          <a:lstStyle/>
          <a:p>
            <a:r>
              <a:rPr lang="en-US">
                <a:latin typeface="Times New Roman"/>
                <a:cs typeface="Times New Roman"/>
              </a:rPr>
              <a:t>Non-Skid Mats </a:t>
            </a:r>
          </a:p>
        </p:txBody>
      </p:sp>
      <p:sp>
        <p:nvSpPr>
          <p:cNvPr id="20" name="Content Placeholder 7">
            <a:extLst>
              <a:ext uri="{FF2B5EF4-FFF2-40B4-BE49-F238E27FC236}">
                <a16:creationId xmlns:a16="http://schemas.microsoft.com/office/drawing/2014/main" id="{55FFF374-8EF0-BA4E-7A44-24647DF7A379}"/>
              </a:ext>
            </a:extLst>
          </p:cNvPr>
          <p:cNvSpPr>
            <a:spLocks noGrp="1"/>
          </p:cNvSpPr>
          <p:nvPr>
            <p:ph idx="1"/>
          </p:nvPr>
        </p:nvSpPr>
        <p:spPr>
          <a:xfrm>
            <a:off x="647701" y="2438401"/>
            <a:ext cx="3324141" cy="3809998"/>
          </a:xfrm>
        </p:spPr>
        <p:txBody>
          <a:bodyPr vert="horz" lIns="91440" tIns="45720" rIns="91440" bIns="45720" rtlCol="0">
            <a:normAutofit/>
          </a:bodyPr>
          <a:lstStyle/>
          <a:p>
            <a:r>
              <a:rPr lang="en-US">
                <a:ea typeface="+mn-lt"/>
                <a:cs typeface="+mn-lt"/>
              </a:rPr>
              <a:t>Anti-skid mats are layers of patterned rubber or plastic that are placed on the ground or on treacherous areas, such as stairs or ladders. </a:t>
            </a:r>
            <a:endParaRPr lang="en-US"/>
          </a:p>
        </p:txBody>
      </p:sp>
      <p:pic>
        <p:nvPicPr>
          <p:cNvPr id="4" name="Content Placeholder 3" descr="A close-up of a rubber mat&#10;&#10;Description automatically generated">
            <a:extLst>
              <a:ext uri="{FF2B5EF4-FFF2-40B4-BE49-F238E27FC236}">
                <a16:creationId xmlns:a16="http://schemas.microsoft.com/office/drawing/2014/main" id="{C65A384A-9C3C-4115-AF91-8C37C82198D7}"/>
              </a:ext>
            </a:extLst>
          </p:cNvPr>
          <p:cNvPicPr>
            <a:picLocks noChangeAspect="1"/>
          </p:cNvPicPr>
          <p:nvPr/>
        </p:nvPicPr>
        <p:blipFill>
          <a:blip r:embed="rId3"/>
          <a:srcRect l="9377" r="2905"/>
          <a:stretch/>
        </p:blipFill>
        <p:spPr>
          <a:xfrm>
            <a:off x="4619544" y="609601"/>
            <a:ext cx="6924756" cy="5638797"/>
          </a:xfrm>
          <a:prstGeom prst="rect">
            <a:avLst/>
          </a:prstGeom>
          <a:effectLst>
            <a:outerShdw blurRad="50800" dist="38100" dir="5400000" algn="t" rotWithShape="0">
              <a:prstClr val="black">
                <a:alpha val="43000"/>
              </a:prstClr>
            </a:outerShdw>
          </a:effectLst>
        </p:spPr>
      </p:pic>
    </p:spTree>
    <p:extLst>
      <p:ext uri="{BB962C8B-B14F-4D97-AF65-F5344CB8AC3E}">
        <p14:creationId xmlns:p14="http://schemas.microsoft.com/office/powerpoint/2010/main" val="2112847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032F7-D069-72D9-1564-3A4F805E2FAA}"/>
              </a:ext>
            </a:extLst>
          </p:cNvPr>
          <p:cNvSpPr>
            <a:spLocks noGrp="1"/>
          </p:cNvSpPr>
          <p:nvPr>
            <p:ph type="title"/>
          </p:nvPr>
        </p:nvSpPr>
        <p:spPr>
          <a:xfrm>
            <a:off x="648930" y="629266"/>
            <a:ext cx="6188190" cy="1622321"/>
          </a:xfrm>
        </p:spPr>
        <p:txBody>
          <a:bodyPr>
            <a:normAutofit/>
          </a:bodyPr>
          <a:lstStyle/>
          <a:p>
            <a:r>
              <a:rPr lang="en-US">
                <a:solidFill>
                  <a:srgbClr val="EBEBEB"/>
                </a:solidFill>
                <a:latin typeface="Times New Roman"/>
                <a:cs typeface="Times New Roman"/>
              </a:rPr>
              <a:t>Door Chains</a:t>
            </a:r>
          </a:p>
        </p:txBody>
      </p:sp>
      <p:sp>
        <p:nvSpPr>
          <p:cNvPr id="8" name="Content Placeholder 7">
            <a:extLst>
              <a:ext uri="{FF2B5EF4-FFF2-40B4-BE49-F238E27FC236}">
                <a16:creationId xmlns:a16="http://schemas.microsoft.com/office/drawing/2014/main" id="{7E32A73B-1850-B849-EF9F-9D2874E23158}"/>
              </a:ext>
            </a:extLst>
          </p:cNvPr>
          <p:cNvSpPr>
            <a:spLocks noGrp="1"/>
          </p:cNvSpPr>
          <p:nvPr>
            <p:ph idx="1"/>
          </p:nvPr>
        </p:nvSpPr>
        <p:spPr>
          <a:xfrm>
            <a:off x="648930" y="2438400"/>
            <a:ext cx="6188189" cy="3785419"/>
          </a:xfrm>
        </p:spPr>
        <p:txBody>
          <a:bodyPr vert="horz" lIns="91440" tIns="45720" rIns="91440" bIns="45720" rtlCol="0">
            <a:normAutofit/>
          </a:bodyPr>
          <a:lstStyle/>
          <a:p>
            <a:r>
              <a:rPr lang="en-US">
                <a:solidFill>
                  <a:srgbClr val="FFFFFF"/>
                </a:solidFill>
                <a:ea typeface="+mn-lt"/>
                <a:cs typeface="+mn-lt"/>
              </a:rPr>
              <a:t>A door chain, security chain, or security door chain or chain door interviewer consists of a small chain attached to the door frame, which attaches to a track on the door for security purposes. It is a type of lock that is often used along with other types of locks to secure a door.</a:t>
            </a:r>
            <a:endParaRPr lang="en-US">
              <a:solidFill>
                <a:srgbClr val="FFFFFF"/>
              </a:solidFill>
            </a:endParaRPr>
          </a:p>
        </p:txBody>
      </p:sp>
      <p:pic>
        <p:nvPicPr>
          <p:cNvPr id="4" name="Content Placeholder 3" descr="A chain on a door&#10;&#10;Description automatically generated">
            <a:extLst>
              <a:ext uri="{FF2B5EF4-FFF2-40B4-BE49-F238E27FC236}">
                <a16:creationId xmlns:a16="http://schemas.microsoft.com/office/drawing/2014/main" id="{CFD1EB49-D16D-B9B4-3496-084088155BC6}"/>
              </a:ext>
            </a:extLst>
          </p:cNvPr>
          <p:cNvPicPr>
            <a:picLocks noChangeAspect="1"/>
          </p:cNvPicPr>
          <p:nvPr/>
        </p:nvPicPr>
        <p:blipFill>
          <a:blip r:embed="rId3"/>
          <a:srcRect l="19017" r="4975" b="-1"/>
          <a:stretch/>
        </p:blipFill>
        <p:spPr>
          <a:xfrm>
            <a:off x="7229175" y="1"/>
            <a:ext cx="4963245" cy="6858001"/>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p:spPr>
      </p:pic>
    </p:spTree>
    <p:extLst>
      <p:ext uri="{BB962C8B-B14F-4D97-AF65-F5344CB8AC3E}">
        <p14:creationId xmlns:p14="http://schemas.microsoft.com/office/powerpoint/2010/main" val="2421680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98CD2-D153-EAE9-B361-91E428C1DD54}"/>
              </a:ext>
            </a:extLst>
          </p:cNvPr>
          <p:cNvSpPr>
            <a:spLocks noGrp="1"/>
          </p:cNvSpPr>
          <p:nvPr>
            <p:ph type="title"/>
          </p:nvPr>
        </p:nvSpPr>
        <p:spPr>
          <a:xfrm>
            <a:off x="648930" y="629266"/>
            <a:ext cx="9252154" cy="1223983"/>
          </a:xfrm>
        </p:spPr>
        <p:txBody>
          <a:bodyPr>
            <a:normAutofit/>
          </a:bodyPr>
          <a:lstStyle/>
          <a:p>
            <a:pPr>
              <a:lnSpc>
                <a:spcPct val="90000"/>
              </a:lnSpc>
            </a:pPr>
            <a:endParaRPr lang="en-US" sz="3900"/>
          </a:p>
          <a:p>
            <a:pPr>
              <a:lnSpc>
                <a:spcPct val="90000"/>
              </a:lnSpc>
            </a:pPr>
            <a:r>
              <a:rPr lang="en-US" sz="3900">
                <a:latin typeface="Times New Roman"/>
                <a:cs typeface="Times New Roman"/>
              </a:rPr>
              <a:t>lectronic Locks</a:t>
            </a:r>
          </a:p>
        </p:txBody>
      </p:sp>
      <p:sp>
        <p:nvSpPr>
          <p:cNvPr id="35" name="Content Placeholder 7">
            <a:extLst>
              <a:ext uri="{FF2B5EF4-FFF2-40B4-BE49-F238E27FC236}">
                <a16:creationId xmlns:a16="http://schemas.microsoft.com/office/drawing/2014/main" id="{15FB3B25-26C6-01E7-1588-D3EEE5D04E3F}"/>
              </a:ext>
            </a:extLst>
          </p:cNvPr>
          <p:cNvSpPr>
            <a:spLocks noGrp="1"/>
          </p:cNvSpPr>
          <p:nvPr>
            <p:ph idx="1"/>
          </p:nvPr>
        </p:nvSpPr>
        <p:spPr>
          <a:xfrm>
            <a:off x="1103311" y="2052214"/>
            <a:ext cx="5803129" cy="4196185"/>
          </a:xfrm>
        </p:spPr>
        <p:txBody>
          <a:bodyPr>
            <a:normAutofit/>
          </a:bodyPr>
          <a:lstStyle/>
          <a:p>
            <a:r>
              <a:rPr lang="en">
                <a:latin typeface="Arial"/>
                <a:cs typeface="Arial"/>
              </a:rPr>
              <a:t>An electronic lock (or electric lock) is a locking device which operates by means of electric current. Electric locks are sometimes stand-alone with an electronic control assembly mounted directly to the lock.</a:t>
            </a:r>
            <a:endParaRPr lang="en-US"/>
          </a:p>
          <a:p>
            <a:pPr marL="0" indent="0">
              <a:buNone/>
            </a:pPr>
            <a:br>
              <a:rPr lang="en-US"/>
            </a:br>
            <a:endParaRPr lang="en-US"/>
          </a:p>
          <a:p>
            <a:endParaRPr lang="en-US"/>
          </a:p>
        </p:txBody>
      </p:sp>
      <p:pic>
        <p:nvPicPr>
          <p:cNvPr id="4" name="Content Placeholder 3" descr="A hand holding a green circuit board&#10;&#10;Description automatically generated">
            <a:extLst>
              <a:ext uri="{FF2B5EF4-FFF2-40B4-BE49-F238E27FC236}">
                <a16:creationId xmlns:a16="http://schemas.microsoft.com/office/drawing/2014/main" id="{8458207E-72E0-97DE-B8BE-F1C793DBC4AB}"/>
              </a:ext>
            </a:extLst>
          </p:cNvPr>
          <p:cNvPicPr>
            <a:picLocks noChangeAspect="1"/>
          </p:cNvPicPr>
          <p:nvPr/>
        </p:nvPicPr>
        <p:blipFill>
          <a:blip r:embed="rId3"/>
          <a:srcRect l="16696" r="20799"/>
          <a:stretch/>
        </p:blipFill>
        <p:spPr>
          <a:xfrm>
            <a:off x="7551643" y="2052213"/>
            <a:ext cx="3991900" cy="4196185"/>
          </a:xfrm>
          <a:prstGeom prst="rect">
            <a:avLst/>
          </a:prstGeom>
          <a:effectLst>
            <a:outerShdw blurRad="50800" dist="38100" dir="5400000" algn="t" rotWithShape="0">
              <a:prstClr val="black">
                <a:alpha val="43000"/>
              </a:prstClr>
            </a:outerShdw>
          </a:effectLst>
        </p:spPr>
      </p:pic>
    </p:spTree>
    <p:extLst>
      <p:ext uri="{BB962C8B-B14F-4D97-AF65-F5344CB8AC3E}">
        <p14:creationId xmlns:p14="http://schemas.microsoft.com/office/powerpoint/2010/main" val="19681029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9" name="Picture 28" descr="Greenlight on traffic light">
            <a:extLst>
              <a:ext uri="{FF2B5EF4-FFF2-40B4-BE49-F238E27FC236}">
                <a16:creationId xmlns:a16="http://schemas.microsoft.com/office/drawing/2014/main" id="{916233E7-39BE-E3E9-EDBF-7661A7844171}"/>
              </a:ext>
            </a:extLst>
          </p:cNvPr>
          <p:cNvPicPr>
            <a:picLocks noChangeAspect="1"/>
          </p:cNvPicPr>
          <p:nvPr/>
        </p:nvPicPr>
        <p:blipFill>
          <a:blip r:embed="rId2"/>
          <a:srcRect l="4978" r="21654" b="-3"/>
          <a:stretch/>
        </p:blipFill>
        <p:spPr>
          <a:xfrm>
            <a:off x="3343" y="10"/>
            <a:ext cx="7548923" cy="6857990"/>
          </a:xfrm>
          <a:prstGeom prst="rect">
            <a:avLst/>
          </a:prstGeom>
        </p:spPr>
      </p:pic>
      <p:sp>
        <p:nvSpPr>
          <p:cNvPr id="2" name="Title 1">
            <a:extLst>
              <a:ext uri="{FF2B5EF4-FFF2-40B4-BE49-F238E27FC236}">
                <a16:creationId xmlns:a16="http://schemas.microsoft.com/office/drawing/2014/main" id="{1E8186CD-D8FA-020A-656B-89F09CDCFF4B}"/>
              </a:ext>
            </a:extLst>
          </p:cNvPr>
          <p:cNvSpPr>
            <a:spLocks noGrp="1"/>
          </p:cNvSpPr>
          <p:nvPr>
            <p:ph type="title"/>
          </p:nvPr>
        </p:nvSpPr>
        <p:spPr>
          <a:xfrm>
            <a:off x="7883612" y="484632"/>
            <a:ext cx="3816774" cy="1609344"/>
          </a:xfrm>
          <a:ln>
            <a:noFill/>
          </a:ln>
        </p:spPr>
        <p:txBody>
          <a:bodyPr vert="horz" lIns="91440" tIns="45720" rIns="91440" bIns="45720" rtlCol="0" anchor="ctr">
            <a:normAutofit/>
          </a:bodyPr>
          <a:lstStyle/>
          <a:p>
            <a:r>
              <a:rPr lang="en-US" sz="3200" spc="-100"/>
              <a:t>      </a:t>
            </a:r>
            <a:r>
              <a:rPr lang="en-US" sz="3200" u="sng" spc="-100"/>
              <a:t>Safety Signs </a:t>
            </a:r>
            <a:endParaRPr lang="en-US" sz="3200" spc="-100"/>
          </a:p>
        </p:txBody>
      </p:sp>
      <p:sp>
        <p:nvSpPr>
          <p:cNvPr id="4" name="TextBox 3">
            <a:extLst>
              <a:ext uri="{FF2B5EF4-FFF2-40B4-BE49-F238E27FC236}">
                <a16:creationId xmlns:a16="http://schemas.microsoft.com/office/drawing/2014/main" id="{A0010BB4-4A0E-AA37-1FCB-80D440B1F060}"/>
              </a:ext>
            </a:extLst>
          </p:cNvPr>
          <p:cNvSpPr txBox="1"/>
          <p:nvPr/>
        </p:nvSpPr>
        <p:spPr>
          <a:xfrm>
            <a:off x="7883611" y="2121408"/>
            <a:ext cx="3816774" cy="4050792"/>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indent="-182880">
              <a:lnSpc>
                <a:spcPct val="90000"/>
              </a:lnSpc>
              <a:spcAft>
                <a:spcPts val="600"/>
              </a:spcAft>
              <a:buClr>
                <a:schemeClr val="accent2"/>
              </a:buClr>
              <a:buSzPct val="85000"/>
              <a:buFont typeface="Wingdings" pitchFamily="2" charset="2"/>
              <a:buChar char="§"/>
            </a:pPr>
            <a:r>
              <a:rPr lang="en-US" sz="1600" spc="80"/>
              <a:t>By kerllie Georges</a:t>
            </a:r>
          </a:p>
        </p:txBody>
      </p:sp>
    </p:spTree>
    <p:extLst>
      <p:ext uri="{BB962C8B-B14F-4D97-AF65-F5344CB8AC3E}">
        <p14:creationId xmlns:p14="http://schemas.microsoft.com/office/powerpoint/2010/main" val="40339090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5D7F2-6A87-1390-5C62-BB4F30F3AF5D}"/>
              </a:ext>
            </a:extLst>
          </p:cNvPr>
          <p:cNvSpPr>
            <a:spLocks noGrp="1"/>
          </p:cNvSpPr>
          <p:nvPr>
            <p:ph type="title"/>
          </p:nvPr>
        </p:nvSpPr>
        <p:spPr>
          <a:xfrm>
            <a:off x="308387" y="620202"/>
            <a:ext cx="9956747" cy="719912"/>
          </a:xfrm>
        </p:spPr>
        <p:txBody>
          <a:bodyPr>
            <a:normAutofit/>
          </a:bodyPr>
          <a:lstStyle/>
          <a:p>
            <a:r>
              <a:rPr lang="en-US" dirty="0"/>
              <a:t>Sign: No food or Drink </a:t>
            </a:r>
          </a:p>
        </p:txBody>
      </p:sp>
      <p:pic>
        <p:nvPicPr>
          <p:cNvPr id="4" name="Content Placeholder 3" descr="A sign with a red circle with black text&#10;&#10;Description automatically generated">
            <a:extLst>
              <a:ext uri="{FF2B5EF4-FFF2-40B4-BE49-F238E27FC236}">
                <a16:creationId xmlns:a16="http://schemas.microsoft.com/office/drawing/2014/main" id="{AD1390ED-50A4-4B13-D4EF-8577E6EB8A9F}"/>
              </a:ext>
            </a:extLst>
          </p:cNvPr>
          <p:cNvPicPr>
            <a:picLocks noGrp="1" noChangeAspect="1"/>
          </p:cNvPicPr>
          <p:nvPr>
            <p:ph idx="1"/>
          </p:nvPr>
        </p:nvPicPr>
        <p:blipFill>
          <a:blip r:embed="rId2"/>
          <a:stretch>
            <a:fillRect/>
          </a:stretch>
        </p:blipFill>
        <p:spPr>
          <a:xfrm>
            <a:off x="576047" y="1508909"/>
            <a:ext cx="3646277" cy="4737159"/>
          </a:xfrm>
        </p:spPr>
      </p:pic>
      <p:sp>
        <p:nvSpPr>
          <p:cNvPr id="5" name="TextBox 4">
            <a:extLst>
              <a:ext uri="{FF2B5EF4-FFF2-40B4-BE49-F238E27FC236}">
                <a16:creationId xmlns:a16="http://schemas.microsoft.com/office/drawing/2014/main" id="{852A9B88-1139-D73A-301D-AF52DCF3DBAF}"/>
              </a:ext>
            </a:extLst>
          </p:cNvPr>
          <p:cNvSpPr txBox="1"/>
          <p:nvPr/>
        </p:nvSpPr>
        <p:spPr>
          <a:xfrm>
            <a:off x="4944533" y="2106443"/>
            <a:ext cx="6006860"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 sz="2800" dirty="0">
                <a:latin typeface="Arial"/>
                <a:cs typeface="Arial"/>
              </a:rPr>
              <a:t>A "No Food or Drink" sign is used to communicate a policy prohibiting the consumption or presence of food and beverages in a specified area. This restriction is usually put in place to maintain cleanliness, protect equipment, preserve a controlled environment, or uphold a certain standard of decorum.</a:t>
            </a:r>
            <a:endParaRPr lang="en-US" sz="2800"/>
          </a:p>
          <a:p>
            <a:br>
              <a:rPr lang="en-US" dirty="0"/>
            </a:br>
            <a:endParaRPr lang="en-US" dirty="0"/>
          </a:p>
          <a:p>
            <a:pPr algn="l"/>
            <a:endParaRPr lang="en-US" dirty="0"/>
          </a:p>
        </p:txBody>
      </p:sp>
    </p:spTree>
    <p:extLst>
      <p:ext uri="{BB962C8B-B14F-4D97-AF65-F5344CB8AC3E}">
        <p14:creationId xmlns:p14="http://schemas.microsoft.com/office/powerpoint/2010/main" val="23224804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ED56E41F-B8E0-4D18-B554-FD40260DE0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2DB31E17-E562-4F82-98D0-858C84120F3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12" name="Picture 11">
              <a:extLst>
                <a:ext uri="{FF2B5EF4-FFF2-40B4-BE49-F238E27FC236}">
                  <a16:creationId xmlns:a16="http://schemas.microsoft.com/office/drawing/2014/main" id="{58BF3B07-5EF6-4E5B-834E-C1398DB60AD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0" name="Rectangle 19">
              <a:extLst>
                <a:ext uri="{FF2B5EF4-FFF2-40B4-BE49-F238E27FC236}">
                  <a16:creationId xmlns:a16="http://schemas.microsoft.com/office/drawing/2014/main" id="{3DDA1859-D108-4C60-B38B-C85485AB38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21" name="Picture 20">
              <a:extLst>
                <a:ext uri="{FF2B5EF4-FFF2-40B4-BE49-F238E27FC236}">
                  <a16:creationId xmlns:a16="http://schemas.microsoft.com/office/drawing/2014/main" id="{E498EA77-084B-43CC-B94D-566F1D8E1EE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22" name="Picture 21">
              <a:extLst>
                <a:ext uri="{FF2B5EF4-FFF2-40B4-BE49-F238E27FC236}">
                  <a16:creationId xmlns:a16="http://schemas.microsoft.com/office/drawing/2014/main" id="{99B16D3F-47E8-419E-9C4E-ED6FC918FBB0}"/>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1">
            <a:extLst>
              <a:ext uri="{FF2B5EF4-FFF2-40B4-BE49-F238E27FC236}">
                <a16:creationId xmlns:a16="http://schemas.microsoft.com/office/drawing/2014/main" id="{3FFCA1E5-401F-5D5E-670D-3D043239FA4B}"/>
              </a:ext>
            </a:extLst>
          </p:cNvPr>
          <p:cNvSpPr>
            <a:spLocks noGrp="1"/>
          </p:cNvSpPr>
          <p:nvPr>
            <p:ph type="title"/>
          </p:nvPr>
        </p:nvSpPr>
        <p:spPr>
          <a:xfrm>
            <a:off x="7535825" y="982132"/>
            <a:ext cx="3360772" cy="1303867"/>
          </a:xfrm>
        </p:spPr>
        <p:txBody>
          <a:bodyPr>
            <a:normAutofit/>
          </a:bodyPr>
          <a:lstStyle/>
          <a:p>
            <a:r>
              <a:rPr lang="en-US">
                <a:solidFill>
                  <a:srgbClr val="262626"/>
                </a:solidFill>
              </a:rPr>
              <a:t>No smoking</a:t>
            </a:r>
          </a:p>
        </p:txBody>
      </p:sp>
      <p:sp>
        <p:nvSpPr>
          <p:cNvPr id="17" name="Rectangle 16">
            <a:extLst>
              <a:ext uri="{FF2B5EF4-FFF2-40B4-BE49-F238E27FC236}">
                <a16:creationId xmlns:a16="http://schemas.microsoft.com/office/drawing/2014/main" id="{23E937B9-07EE-456A-A31C-41A8866E28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643" y="1092200"/>
            <a:ext cx="5942687" cy="4515104"/>
          </a:xfrm>
          <a:prstGeom prst="rect">
            <a:avLst/>
          </a:prstGeom>
          <a:solidFill>
            <a:schemeClr val="bg1"/>
          </a:solidFill>
          <a:ln w="57150" cmpd="thickThin">
            <a:solidFill>
              <a:schemeClr val="tx1">
                <a:lumMod val="50000"/>
                <a:lumOff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ign with a red circle and a red circle with a black text&#10;&#10;Description automatically generated">
            <a:extLst>
              <a:ext uri="{FF2B5EF4-FFF2-40B4-BE49-F238E27FC236}">
                <a16:creationId xmlns:a16="http://schemas.microsoft.com/office/drawing/2014/main" id="{A2BB0901-D0F4-A80E-B372-58F7C26E7CA9}"/>
              </a:ext>
            </a:extLst>
          </p:cNvPr>
          <p:cNvPicPr>
            <a:picLocks noChangeAspect="1"/>
          </p:cNvPicPr>
          <p:nvPr/>
        </p:nvPicPr>
        <p:blipFill>
          <a:blip r:embed="rId5"/>
          <a:stretch>
            <a:fillRect/>
          </a:stretch>
        </p:blipFill>
        <p:spPr>
          <a:xfrm>
            <a:off x="1412683" y="1521353"/>
            <a:ext cx="5278777" cy="3636490"/>
          </a:xfrm>
          <a:prstGeom prst="rect">
            <a:avLst/>
          </a:prstGeom>
        </p:spPr>
      </p:pic>
      <p:cxnSp>
        <p:nvCxnSpPr>
          <p:cNvPr id="19" name="Straight Connector 18">
            <a:extLst>
              <a:ext uri="{FF2B5EF4-FFF2-40B4-BE49-F238E27FC236}">
                <a16:creationId xmlns:a16="http://schemas.microsoft.com/office/drawing/2014/main" id="{FD2308B7-2829-44DD-B213-27EEBDED14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20089" y="2400639"/>
            <a:ext cx="3376508" cy="0"/>
          </a:xfrm>
          <a:prstGeom prst="line">
            <a:avLst/>
          </a:prstGeom>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8870051E-1659-2613-5750-11128B4F6032}"/>
              </a:ext>
            </a:extLst>
          </p:cNvPr>
          <p:cNvSpPr>
            <a:spLocks noGrp="1"/>
          </p:cNvSpPr>
          <p:nvPr>
            <p:ph idx="1"/>
          </p:nvPr>
        </p:nvSpPr>
        <p:spPr>
          <a:xfrm>
            <a:off x="7535824" y="2556932"/>
            <a:ext cx="3360771" cy="3318936"/>
          </a:xfrm>
        </p:spPr>
        <p:txBody>
          <a:bodyPr vert="horz" lIns="91440" tIns="45720" rIns="91440" bIns="45720" rtlCol="0">
            <a:normAutofit/>
          </a:bodyPr>
          <a:lstStyle/>
          <a:p>
            <a:pPr>
              <a:lnSpc>
                <a:spcPct val="90000"/>
              </a:lnSpc>
            </a:pPr>
            <a:r>
              <a:rPr lang="en-US" sz="1900">
                <a:solidFill>
                  <a:srgbClr val="262626"/>
                </a:solidFill>
                <a:ea typeface="+mn-lt"/>
                <a:cs typeface="+mn-lt"/>
              </a:rPr>
              <a:t>Role of no smoking safety signage:"No Smoking" signs help businesses to comply with smoke-free regulations. Businesses must display at least one legible no smoking sign at each entrance to a smoke-free premise, stating that it is illegal to smoke on the premises. The sign must: Be clear and easy to read.</a:t>
            </a:r>
            <a:endParaRPr lang="en-US" sz="1900">
              <a:solidFill>
                <a:srgbClr val="262626"/>
              </a:solidFill>
            </a:endParaRPr>
          </a:p>
        </p:txBody>
      </p:sp>
    </p:spTree>
    <p:extLst>
      <p:ext uri="{BB962C8B-B14F-4D97-AF65-F5344CB8AC3E}">
        <p14:creationId xmlns:p14="http://schemas.microsoft.com/office/powerpoint/2010/main" val="2692816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72F6A24-139E-4EB5-86D2-431F42EF8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3963AE85-BE5D-4975-BACF-DDDCC9C2ACD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12" name="Picture 11">
              <a:extLst>
                <a:ext uri="{FF2B5EF4-FFF2-40B4-BE49-F238E27FC236}">
                  <a16:creationId xmlns:a16="http://schemas.microsoft.com/office/drawing/2014/main" id="{1E7751F0-16BF-4A9D-B778-5D46B92B4470}"/>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6" name="Rectangle 5">
              <a:extLst>
                <a:ext uri="{FF2B5EF4-FFF2-40B4-BE49-F238E27FC236}">
                  <a16:creationId xmlns:a16="http://schemas.microsoft.com/office/drawing/2014/main" id="{1D755924-121A-47AA-8613-995D4108BC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7" name="Picture 6">
              <a:extLst>
                <a:ext uri="{FF2B5EF4-FFF2-40B4-BE49-F238E27FC236}">
                  <a16:creationId xmlns:a16="http://schemas.microsoft.com/office/drawing/2014/main" id="{B4D2AFDA-19BE-4455-830E-1541E5D7BAE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5" name="Picture 14">
              <a:extLst>
                <a:ext uri="{FF2B5EF4-FFF2-40B4-BE49-F238E27FC236}">
                  <a16:creationId xmlns:a16="http://schemas.microsoft.com/office/drawing/2014/main" id="{0FB15EBF-E414-4E00-87E7-700A78A60F61}"/>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1">
            <a:extLst>
              <a:ext uri="{FF2B5EF4-FFF2-40B4-BE49-F238E27FC236}">
                <a16:creationId xmlns:a16="http://schemas.microsoft.com/office/drawing/2014/main" id="{62CC137B-FEE3-5813-005A-A6DF98ABAE16}"/>
              </a:ext>
            </a:extLst>
          </p:cNvPr>
          <p:cNvSpPr>
            <a:spLocks noGrp="1"/>
          </p:cNvSpPr>
          <p:nvPr>
            <p:ph type="title"/>
          </p:nvPr>
        </p:nvSpPr>
        <p:spPr>
          <a:xfrm>
            <a:off x="6094412" y="982132"/>
            <a:ext cx="4802185" cy="1303867"/>
          </a:xfrm>
        </p:spPr>
        <p:txBody>
          <a:bodyPr>
            <a:normAutofit/>
          </a:bodyPr>
          <a:lstStyle/>
          <a:p>
            <a:pPr>
              <a:lnSpc>
                <a:spcPct val="90000"/>
              </a:lnSpc>
            </a:pPr>
            <a:r>
              <a:rPr lang="en-US" sz="4100">
                <a:ea typeface="+mj-lt"/>
                <a:cs typeface="+mj-lt"/>
              </a:rPr>
              <a:t>No entry authorized personnel only</a:t>
            </a:r>
            <a:endParaRPr lang="en-US" sz="4100"/>
          </a:p>
        </p:txBody>
      </p:sp>
      <p:sp>
        <p:nvSpPr>
          <p:cNvPr id="17" name="Rectangle 16">
            <a:extLst>
              <a:ext uri="{FF2B5EF4-FFF2-40B4-BE49-F238E27FC236}">
                <a16:creationId xmlns:a16="http://schemas.microsoft.com/office/drawing/2014/main" id="{C9DA5B05-DD14-4860-AC45-02A8D2EE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643" y="1092200"/>
            <a:ext cx="4517009" cy="4515104"/>
          </a:xfrm>
          <a:prstGeom prst="rect">
            <a:avLst/>
          </a:prstGeom>
          <a:solidFill>
            <a:schemeClr val="bg1"/>
          </a:solidFill>
          <a:ln w="57150" cmpd="thickThin">
            <a:solidFill>
              <a:schemeClr val="tx1">
                <a:lumMod val="50000"/>
                <a:lumOff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no entry sign with red circle and black text&#10;&#10;Description automatically generated">
            <a:extLst>
              <a:ext uri="{FF2B5EF4-FFF2-40B4-BE49-F238E27FC236}">
                <a16:creationId xmlns:a16="http://schemas.microsoft.com/office/drawing/2014/main" id="{05D0A639-4AB1-55E0-2430-F04C062ADABA}"/>
              </a:ext>
            </a:extLst>
          </p:cNvPr>
          <p:cNvPicPr>
            <a:picLocks noChangeAspect="1"/>
          </p:cNvPicPr>
          <p:nvPr/>
        </p:nvPicPr>
        <p:blipFill>
          <a:blip r:embed="rId5"/>
          <a:srcRect r="-1" b="464"/>
          <a:stretch/>
        </p:blipFill>
        <p:spPr>
          <a:xfrm>
            <a:off x="1412683" y="1410208"/>
            <a:ext cx="3876801" cy="3858780"/>
          </a:xfrm>
          <a:prstGeom prst="rect">
            <a:avLst/>
          </a:prstGeom>
        </p:spPr>
      </p:pic>
      <p:cxnSp>
        <p:nvCxnSpPr>
          <p:cNvPr id="19" name="Straight Connector 18">
            <a:extLst>
              <a:ext uri="{FF2B5EF4-FFF2-40B4-BE49-F238E27FC236}">
                <a16:creationId xmlns:a16="http://schemas.microsoft.com/office/drawing/2014/main" id="{36BE37AC-AD36-4C42-9B8C-C5500F4E7C6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4412" y="2400639"/>
            <a:ext cx="4802185" cy="0"/>
          </a:xfrm>
          <a:prstGeom prst="line">
            <a:avLst/>
          </a:prstGeom>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C949C470-8F74-3713-BC84-E91402C61C5B}"/>
              </a:ext>
            </a:extLst>
          </p:cNvPr>
          <p:cNvSpPr>
            <a:spLocks noGrp="1"/>
          </p:cNvSpPr>
          <p:nvPr>
            <p:ph idx="1"/>
          </p:nvPr>
        </p:nvSpPr>
        <p:spPr>
          <a:xfrm>
            <a:off x="6094412" y="2556932"/>
            <a:ext cx="4802184" cy="3318936"/>
          </a:xfrm>
        </p:spPr>
        <p:txBody>
          <a:bodyPr vert="horz" lIns="91440" tIns="45720" rIns="91440" bIns="45720" rtlCol="0">
            <a:normAutofit/>
          </a:bodyPr>
          <a:lstStyle/>
          <a:p>
            <a:pPr>
              <a:lnSpc>
                <a:spcPct val="90000"/>
              </a:lnSpc>
            </a:pPr>
            <a:r>
              <a:rPr lang="en" sz="2000">
                <a:latin typeface="Arial"/>
                <a:cs typeface="Arial"/>
              </a:rPr>
              <a:t>The primary benefit of "No Admittance - </a:t>
            </a:r>
            <a:r>
              <a:rPr lang="en" sz="2000" err="1">
                <a:latin typeface="Arial"/>
                <a:cs typeface="Arial"/>
              </a:rPr>
              <a:t>Authorised</a:t>
            </a:r>
            <a:r>
              <a:rPr lang="en" sz="2000">
                <a:latin typeface="Arial"/>
                <a:cs typeface="Arial"/>
              </a:rPr>
              <a:t> Personnel Only" signs is their ability to deter </a:t>
            </a:r>
            <a:r>
              <a:rPr lang="en" sz="2000" err="1">
                <a:latin typeface="Arial"/>
                <a:cs typeface="Arial"/>
              </a:rPr>
              <a:t>unauthorised</a:t>
            </a:r>
            <a:r>
              <a:rPr lang="en" sz="2000">
                <a:latin typeface="Arial"/>
                <a:cs typeface="Arial"/>
              </a:rPr>
              <a:t> access. The bold and eye-catching design, combined with the clear message, sends a strong signal that certain areas are off-limits to </a:t>
            </a:r>
            <a:r>
              <a:rPr lang="en" sz="2000" err="1">
                <a:latin typeface="Arial"/>
                <a:cs typeface="Arial"/>
              </a:rPr>
              <a:t>unauthorised</a:t>
            </a:r>
            <a:r>
              <a:rPr lang="en" sz="2000">
                <a:latin typeface="Arial"/>
                <a:cs typeface="Arial"/>
              </a:rPr>
              <a:t> individuals.</a:t>
            </a:r>
            <a:endParaRPr lang="en-US" sz="2000"/>
          </a:p>
          <a:p>
            <a:pPr>
              <a:lnSpc>
                <a:spcPct val="90000"/>
              </a:lnSpc>
              <a:buClr>
                <a:srgbClr val="262626"/>
              </a:buClr>
            </a:pPr>
            <a:br>
              <a:rPr lang="en-US" sz="2000"/>
            </a:br>
            <a:endParaRPr lang="en-US" sz="2000"/>
          </a:p>
          <a:p>
            <a:pPr>
              <a:lnSpc>
                <a:spcPct val="90000"/>
              </a:lnSpc>
              <a:buClr>
                <a:srgbClr val="262626"/>
              </a:buClr>
            </a:pPr>
            <a:endParaRPr lang="en-US" sz="2000"/>
          </a:p>
        </p:txBody>
      </p:sp>
    </p:spTree>
    <p:extLst>
      <p:ext uri="{BB962C8B-B14F-4D97-AF65-F5344CB8AC3E}">
        <p14:creationId xmlns:p14="http://schemas.microsoft.com/office/powerpoint/2010/main" val="26914387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572F6A24-139E-4EB5-86D2-431F42EF8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3963AE85-BE5D-4975-BACF-DDDCC9C2ACD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12" name="Picture 11">
              <a:extLst>
                <a:ext uri="{FF2B5EF4-FFF2-40B4-BE49-F238E27FC236}">
                  <a16:creationId xmlns:a16="http://schemas.microsoft.com/office/drawing/2014/main" id="{1E7751F0-16BF-4A9D-B778-5D46B92B4470}"/>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Rectangle 12">
              <a:extLst>
                <a:ext uri="{FF2B5EF4-FFF2-40B4-BE49-F238E27FC236}">
                  <a16:creationId xmlns:a16="http://schemas.microsoft.com/office/drawing/2014/main" id="{1D755924-121A-47AA-8613-995D4108BC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4" name="Picture 13">
              <a:extLst>
                <a:ext uri="{FF2B5EF4-FFF2-40B4-BE49-F238E27FC236}">
                  <a16:creationId xmlns:a16="http://schemas.microsoft.com/office/drawing/2014/main" id="{B4D2AFDA-19BE-4455-830E-1541E5D7BAE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5" name="Picture 14">
              <a:extLst>
                <a:ext uri="{FF2B5EF4-FFF2-40B4-BE49-F238E27FC236}">
                  <a16:creationId xmlns:a16="http://schemas.microsoft.com/office/drawing/2014/main" id="{0FB15EBF-E414-4E00-87E7-700A78A60F61}"/>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1">
            <a:extLst>
              <a:ext uri="{FF2B5EF4-FFF2-40B4-BE49-F238E27FC236}">
                <a16:creationId xmlns:a16="http://schemas.microsoft.com/office/drawing/2014/main" id="{BA81A952-C91F-2CEF-EDCF-3AFA0638D86F}"/>
              </a:ext>
            </a:extLst>
          </p:cNvPr>
          <p:cNvSpPr>
            <a:spLocks noGrp="1"/>
          </p:cNvSpPr>
          <p:nvPr>
            <p:ph type="title"/>
          </p:nvPr>
        </p:nvSpPr>
        <p:spPr>
          <a:xfrm>
            <a:off x="6094412" y="982132"/>
            <a:ext cx="4802185" cy="1303867"/>
          </a:xfrm>
        </p:spPr>
        <p:txBody>
          <a:bodyPr>
            <a:normAutofit/>
          </a:bodyPr>
          <a:lstStyle/>
          <a:p>
            <a:r>
              <a:rPr lang="en-US"/>
              <a:t>Exit</a:t>
            </a:r>
          </a:p>
        </p:txBody>
      </p:sp>
      <p:sp>
        <p:nvSpPr>
          <p:cNvPr id="17" name="Rectangle 16">
            <a:extLst>
              <a:ext uri="{FF2B5EF4-FFF2-40B4-BE49-F238E27FC236}">
                <a16:creationId xmlns:a16="http://schemas.microsoft.com/office/drawing/2014/main" id="{C9DA5B05-DD14-4860-AC45-02A8D2EE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643" y="1092200"/>
            <a:ext cx="4517009" cy="4515104"/>
          </a:xfrm>
          <a:prstGeom prst="rect">
            <a:avLst/>
          </a:prstGeom>
          <a:solidFill>
            <a:schemeClr val="bg1"/>
          </a:solidFill>
          <a:ln w="57150" cmpd="thickThin">
            <a:solidFill>
              <a:schemeClr val="tx1">
                <a:lumMod val="50000"/>
                <a:lumOff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collection of signs with text&#10;&#10;Description automatically generated">
            <a:extLst>
              <a:ext uri="{FF2B5EF4-FFF2-40B4-BE49-F238E27FC236}">
                <a16:creationId xmlns:a16="http://schemas.microsoft.com/office/drawing/2014/main" id="{EA08B8FA-AFFB-2663-0A8E-B8787073515E}"/>
              </a:ext>
            </a:extLst>
          </p:cNvPr>
          <p:cNvPicPr>
            <a:picLocks noChangeAspect="1"/>
          </p:cNvPicPr>
          <p:nvPr/>
        </p:nvPicPr>
        <p:blipFill>
          <a:blip r:embed="rId5"/>
          <a:srcRect l="16903" r="16240" b="-1"/>
          <a:stretch/>
        </p:blipFill>
        <p:spPr>
          <a:xfrm>
            <a:off x="1412683" y="1410208"/>
            <a:ext cx="3876801" cy="3858780"/>
          </a:xfrm>
          <a:prstGeom prst="rect">
            <a:avLst/>
          </a:prstGeom>
        </p:spPr>
      </p:pic>
      <p:cxnSp>
        <p:nvCxnSpPr>
          <p:cNvPr id="19" name="Straight Connector 18">
            <a:extLst>
              <a:ext uri="{FF2B5EF4-FFF2-40B4-BE49-F238E27FC236}">
                <a16:creationId xmlns:a16="http://schemas.microsoft.com/office/drawing/2014/main" id="{36BE37AC-AD36-4C42-9B8C-C5500F4E7C6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4412" y="2400639"/>
            <a:ext cx="4802185" cy="0"/>
          </a:xfrm>
          <a:prstGeom prst="line">
            <a:avLst/>
          </a:prstGeom>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644274D9-7DD3-EF39-3F92-493E045A3CD2}"/>
              </a:ext>
            </a:extLst>
          </p:cNvPr>
          <p:cNvSpPr>
            <a:spLocks noGrp="1"/>
          </p:cNvSpPr>
          <p:nvPr>
            <p:ph idx="1"/>
          </p:nvPr>
        </p:nvSpPr>
        <p:spPr>
          <a:xfrm>
            <a:off x="6094412" y="2556932"/>
            <a:ext cx="4802184" cy="3318936"/>
          </a:xfrm>
        </p:spPr>
        <p:txBody>
          <a:bodyPr vert="horz" lIns="91440" tIns="45720" rIns="91440" bIns="45720" rtlCol="0">
            <a:normAutofit/>
          </a:bodyPr>
          <a:lstStyle/>
          <a:p>
            <a:r>
              <a:rPr lang="en-US" b="1">
                <a:latin typeface="Arial"/>
                <a:cs typeface="Arial"/>
              </a:rPr>
              <a:t>Fire escape signs are provided to guide people</a:t>
            </a:r>
            <a:r>
              <a:rPr lang="en-US">
                <a:latin typeface="Arial"/>
                <a:cs typeface="Arial"/>
              </a:rPr>
              <a:t> from wherever they are in a building, via a place of relative safety. (the escape route)...</a:t>
            </a:r>
            <a:endParaRPr lang="en-US"/>
          </a:p>
          <a:p>
            <a:pPr>
              <a:buClr>
                <a:srgbClr val="262626"/>
              </a:buClr>
            </a:pPr>
            <a:br>
              <a:rPr lang="en-US" dirty="0"/>
            </a:br>
            <a:endParaRPr lang="en-US" dirty="0"/>
          </a:p>
        </p:txBody>
      </p:sp>
    </p:spTree>
    <p:extLst>
      <p:ext uri="{BB962C8B-B14F-4D97-AF65-F5344CB8AC3E}">
        <p14:creationId xmlns:p14="http://schemas.microsoft.com/office/powerpoint/2010/main" val="38574145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EF614-2AAE-0DBA-19DB-8110A90B8B7C}"/>
              </a:ext>
            </a:extLst>
          </p:cNvPr>
          <p:cNvSpPr>
            <a:spLocks noGrp="1"/>
          </p:cNvSpPr>
          <p:nvPr>
            <p:ph type="title"/>
          </p:nvPr>
        </p:nvSpPr>
        <p:spPr>
          <a:xfrm>
            <a:off x="6579450" y="727627"/>
            <a:ext cx="4957553" cy="1645920"/>
          </a:xfrm>
        </p:spPr>
        <p:txBody>
          <a:bodyPr>
            <a:normAutofit/>
          </a:bodyPr>
          <a:lstStyle/>
          <a:p>
            <a:r>
              <a:rPr lang="en-US"/>
              <a:t>NO Running</a:t>
            </a:r>
          </a:p>
        </p:txBody>
      </p:sp>
      <p:sp>
        <p:nvSpPr>
          <p:cNvPr id="3" name="Content Placeholder 2">
            <a:extLst>
              <a:ext uri="{FF2B5EF4-FFF2-40B4-BE49-F238E27FC236}">
                <a16:creationId xmlns:a16="http://schemas.microsoft.com/office/drawing/2014/main" id="{913A086D-7B57-37EF-7793-8CBF1F54B843}"/>
              </a:ext>
            </a:extLst>
          </p:cNvPr>
          <p:cNvSpPr>
            <a:spLocks noGrp="1"/>
          </p:cNvSpPr>
          <p:nvPr>
            <p:ph idx="1"/>
          </p:nvPr>
        </p:nvSpPr>
        <p:spPr>
          <a:xfrm>
            <a:off x="6579450" y="2538919"/>
            <a:ext cx="4957554" cy="3496120"/>
          </a:xfrm>
        </p:spPr>
        <p:txBody>
          <a:bodyPr vert="horz" lIns="91440" tIns="45720" rIns="91440" bIns="45720" rtlCol="0">
            <a:normAutofit/>
          </a:bodyPr>
          <a:lstStyle/>
          <a:p>
            <a:r>
              <a:rPr lang="en-US">
                <a:ea typeface="+mn-lt"/>
                <a:cs typeface="+mn-lt"/>
              </a:rPr>
              <a:t>A No Running Sign is a prohibition message type of safety sign which is often seen displayed around areas where it is necessary to stop and prevent people from running and No Running Signage conveys the message "No running" which means it is prohibited for anyone to be running in this location.</a:t>
            </a:r>
            <a:endParaRPr lang="en-US" dirty="0"/>
          </a:p>
        </p:txBody>
      </p:sp>
      <p:pic>
        <p:nvPicPr>
          <p:cNvPr id="4" name="Picture 3" descr="A red and white sign with a black and white sign&#10;&#10;Description automatically generated">
            <a:extLst>
              <a:ext uri="{FF2B5EF4-FFF2-40B4-BE49-F238E27FC236}">
                <a16:creationId xmlns:a16="http://schemas.microsoft.com/office/drawing/2014/main" id="{C20912C7-6E02-0660-EA25-C574E2AFB33C}"/>
              </a:ext>
            </a:extLst>
          </p:cNvPr>
          <p:cNvPicPr>
            <a:picLocks noChangeAspect="1"/>
          </p:cNvPicPr>
          <p:nvPr/>
        </p:nvPicPr>
        <p:blipFill>
          <a:blip r:embed="rId2"/>
          <a:stretch>
            <a:fillRect/>
          </a:stretch>
        </p:blipFill>
        <p:spPr>
          <a:xfrm>
            <a:off x="1204017" y="1228185"/>
            <a:ext cx="4414438" cy="4414438"/>
          </a:xfrm>
          <a:prstGeom prst="rect">
            <a:avLst/>
          </a:prstGeom>
        </p:spPr>
      </p:pic>
    </p:spTree>
    <p:extLst>
      <p:ext uri="{BB962C8B-B14F-4D97-AF65-F5344CB8AC3E}">
        <p14:creationId xmlns:p14="http://schemas.microsoft.com/office/powerpoint/2010/main" val="38752735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9BD36-80B1-847A-1E34-AC764AB6AD9A}"/>
              </a:ext>
            </a:extLst>
          </p:cNvPr>
          <p:cNvSpPr>
            <a:spLocks noGrp="1"/>
          </p:cNvSpPr>
          <p:nvPr>
            <p:ph type="title"/>
          </p:nvPr>
        </p:nvSpPr>
        <p:spPr>
          <a:xfrm>
            <a:off x="6579450" y="727627"/>
            <a:ext cx="4957553" cy="1645920"/>
          </a:xfrm>
        </p:spPr>
        <p:txBody>
          <a:bodyPr>
            <a:normAutofit/>
          </a:bodyPr>
          <a:lstStyle/>
          <a:p>
            <a:r>
              <a:rPr lang="en-US"/>
              <a:t>Keep work area tidy</a:t>
            </a:r>
          </a:p>
        </p:txBody>
      </p:sp>
      <p:sp>
        <p:nvSpPr>
          <p:cNvPr id="3" name="Content Placeholder 2">
            <a:extLst>
              <a:ext uri="{FF2B5EF4-FFF2-40B4-BE49-F238E27FC236}">
                <a16:creationId xmlns:a16="http://schemas.microsoft.com/office/drawing/2014/main" id="{187CFEEA-5054-013A-B370-513AAF51B6CD}"/>
              </a:ext>
            </a:extLst>
          </p:cNvPr>
          <p:cNvSpPr>
            <a:spLocks noGrp="1"/>
          </p:cNvSpPr>
          <p:nvPr>
            <p:ph idx="1"/>
          </p:nvPr>
        </p:nvSpPr>
        <p:spPr>
          <a:xfrm>
            <a:off x="6579450" y="2538919"/>
            <a:ext cx="4957554" cy="3496120"/>
          </a:xfrm>
        </p:spPr>
        <p:txBody>
          <a:bodyPr vert="horz" lIns="91440" tIns="45720" rIns="91440" bIns="45720" rtlCol="0">
            <a:normAutofit/>
          </a:bodyPr>
          <a:lstStyle/>
          <a:p>
            <a:r>
              <a:rPr lang="en-US">
                <a:ea typeface="+mn-lt"/>
                <a:cs typeface="+mn-lt"/>
              </a:rPr>
              <a:t>Clearly inform staff that certain areas must be kept clean and tidy. Ideal for use in food preparation rooms as well as packing areas in warehouses. Use to reinforce good hygiene practices and to retain excellent health and safety records.</a:t>
            </a:r>
            <a:endParaRPr lang="en-US" dirty="0"/>
          </a:p>
        </p:txBody>
      </p:sp>
      <p:pic>
        <p:nvPicPr>
          <p:cNvPr id="4" name="Picture 3" descr="A blue and white sign with black text&#10;&#10;Description automatically generated">
            <a:extLst>
              <a:ext uri="{FF2B5EF4-FFF2-40B4-BE49-F238E27FC236}">
                <a16:creationId xmlns:a16="http://schemas.microsoft.com/office/drawing/2014/main" id="{EA566D23-FBB9-90F6-AC47-05DDCFE600F3}"/>
              </a:ext>
            </a:extLst>
          </p:cNvPr>
          <p:cNvPicPr>
            <a:picLocks noChangeAspect="1"/>
          </p:cNvPicPr>
          <p:nvPr/>
        </p:nvPicPr>
        <p:blipFill>
          <a:blip r:embed="rId2"/>
          <a:stretch>
            <a:fillRect/>
          </a:stretch>
        </p:blipFill>
        <p:spPr>
          <a:xfrm>
            <a:off x="1204017" y="1714816"/>
            <a:ext cx="4414438" cy="3441176"/>
          </a:xfrm>
          <a:prstGeom prst="rect">
            <a:avLst/>
          </a:prstGeom>
        </p:spPr>
      </p:pic>
    </p:spTree>
    <p:extLst>
      <p:ext uri="{BB962C8B-B14F-4D97-AF65-F5344CB8AC3E}">
        <p14:creationId xmlns:p14="http://schemas.microsoft.com/office/powerpoint/2010/main" val="35844023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BEA84-16C8-257B-FA4B-1997ACE8BA8D}"/>
              </a:ext>
            </a:extLst>
          </p:cNvPr>
          <p:cNvSpPr>
            <a:spLocks noGrp="1"/>
          </p:cNvSpPr>
          <p:nvPr>
            <p:ph type="title"/>
          </p:nvPr>
        </p:nvSpPr>
        <p:spPr>
          <a:xfrm>
            <a:off x="6846137" y="727626"/>
            <a:ext cx="4602152" cy="1718225"/>
          </a:xfrm>
        </p:spPr>
        <p:txBody>
          <a:bodyPr>
            <a:normAutofit/>
          </a:bodyPr>
          <a:lstStyle/>
          <a:p>
            <a:r>
              <a:rPr lang="en-US" sz="3700"/>
              <a:t>Shut down computer after use</a:t>
            </a:r>
          </a:p>
        </p:txBody>
      </p:sp>
      <p:sp>
        <p:nvSpPr>
          <p:cNvPr id="3" name="Content Placeholder 2">
            <a:extLst>
              <a:ext uri="{FF2B5EF4-FFF2-40B4-BE49-F238E27FC236}">
                <a16:creationId xmlns:a16="http://schemas.microsoft.com/office/drawing/2014/main" id="{DC171099-894D-4A9C-AE8E-4A121D57072D}"/>
              </a:ext>
            </a:extLst>
          </p:cNvPr>
          <p:cNvSpPr>
            <a:spLocks noGrp="1"/>
          </p:cNvSpPr>
          <p:nvPr>
            <p:ph idx="1"/>
          </p:nvPr>
        </p:nvSpPr>
        <p:spPr>
          <a:xfrm>
            <a:off x="6846137" y="2538919"/>
            <a:ext cx="4602152" cy="3596880"/>
          </a:xfrm>
        </p:spPr>
        <p:txBody>
          <a:bodyPr vert="horz" lIns="91440" tIns="45720" rIns="91440" bIns="45720" rtlCol="0">
            <a:normAutofit/>
          </a:bodyPr>
          <a:lstStyle/>
          <a:p>
            <a:r>
              <a:rPr lang="en-US">
                <a:ea typeface="+mn-lt"/>
                <a:cs typeface="+mn-lt"/>
              </a:rPr>
              <a:t>Two words as a verb, one word as a noun. Use shut down to describe exiting the operating system and turning off the device in a single action. Don't use shut down to describe turning off a device or as a synonym for close. Examples. To turn off your computer, select Settings, and then select Shut down.</a:t>
            </a:r>
            <a:endParaRPr lang="en-US" dirty="0">
              <a:ea typeface="+mn-lt"/>
              <a:cs typeface="+mn-lt"/>
            </a:endParaRPr>
          </a:p>
        </p:txBody>
      </p:sp>
      <p:pic>
        <p:nvPicPr>
          <p:cNvPr id="4" name="Picture 3" descr="A yellow and black sign with a computer and a warning sign&#10;&#10;Description automatically generated">
            <a:extLst>
              <a:ext uri="{FF2B5EF4-FFF2-40B4-BE49-F238E27FC236}">
                <a16:creationId xmlns:a16="http://schemas.microsoft.com/office/drawing/2014/main" id="{081C81CB-E558-A715-2ACF-65EDAAD86749}"/>
              </a:ext>
            </a:extLst>
          </p:cNvPr>
          <p:cNvPicPr>
            <a:picLocks noChangeAspect="1"/>
          </p:cNvPicPr>
          <p:nvPr/>
        </p:nvPicPr>
        <p:blipFill>
          <a:blip r:embed="rId2"/>
          <a:srcRect l="5554" r="12446" b="-1"/>
          <a:stretch/>
        </p:blipFill>
        <p:spPr>
          <a:xfrm>
            <a:off x="407432" y="419292"/>
            <a:ext cx="5522976" cy="6053328"/>
          </a:xfrm>
          <a:prstGeom prst="rect">
            <a:avLst/>
          </a:prstGeom>
        </p:spPr>
      </p:pic>
    </p:spTree>
    <p:extLst>
      <p:ext uri="{BB962C8B-B14F-4D97-AF65-F5344CB8AC3E}">
        <p14:creationId xmlns:p14="http://schemas.microsoft.com/office/powerpoint/2010/main" val="16206117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D86F6-3216-DB57-28BF-F8C47CF4F585}"/>
              </a:ext>
            </a:extLst>
          </p:cNvPr>
          <p:cNvSpPr>
            <a:spLocks noGrp="1"/>
          </p:cNvSpPr>
          <p:nvPr>
            <p:ph type="title"/>
          </p:nvPr>
        </p:nvSpPr>
        <p:spPr>
          <a:xfrm>
            <a:off x="5867874" y="892120"/>
            <a:ext cx="5447250" cy="1645920"/>
          </a:xfrm>
        </p:spPr>
        <p:txBody>
          <a:bodyPr>
            <a:normAutofit/>
          </a:bodyPr>
          <a:lstStyle/>
          <a:p>
            <a:r>
              <a:rPr lang="en-US">
                <a:latin typeface="Times New Roman"/>
                <a:cs typeface="Times New Roman"/>
              </a:rPr>
              <a:t>Do not overload electrical sockets</a:t>
            </a:r>
          </a:p>
        </p:txBody>
      </p:sp>
      <p:sp>
        <p:nvSpPr>
          <p:cNvPr id="3" name="Content Placeholder 2">
            <a:extLst>
              <a:ext uri="{FF2B5EF4-FFF2-40B4-BE49-F238E27FC236}">
                <a16:creationId xmlns:a16="http://schemas.microsoft.com/office/drawing/2014/main" id="{D4A363AA-49C2-2EB1-B6B7-FD30C1EF2F23}"/>
              </a:ext>
            </a:extLst>
          </p:cNvPr>
          <p:cNvSpPr>
            <a:spLocks noGrp="1"/>
          </p:cNvSpPr>
          <p:nvPr>
            <p:ph idx="1"/>
          </p:nvPr>
        </p:nvSpPr>
        <p:spPr>
          <a:xfrm>
            <a:off x="5867873" y="2679192"/>
            <a:ext cx="5447251" cy="3291840"/>
          </a:xfrm>
        </p:spPr>
        <p:txBody>
          <a:bodyPr vert="horz" lIns="91440" tIns="45720" rIns="91440" bIns="45720" rtlCol="0">
            <a:normAutofit/>
          </a:bodyPr>
          <a:lstStyle/>
          <a:p>
            <a:r>
              <a:rPr lang="en" dirty="0">
                <a:latin typeface="Arial"/>
                <a:cs typeface="Arial"/>
              </a:rPr>
              <a:t>Never overload an extension lead by plugging in appliances that together will exceed the maximum current rating stated for the extension lead. This could cause the plug in the wall socket to overheat and possibly cause a fire.</a:t>
            </a:r>
            <a:endParaRPr lang="en-US" dirty="0"/>
          </a:p>
          <a:p>
            <a:pPr>
              <a:buClr>
                <a:srgbClr val="262626"/>
              </a:buClr>
            </a:pPr>
            <a:br>
              <a:rPr lang="en-US" dirty="0"/>
            </a:br>
            <a:endParaRPr lang="en-US" dirty="0"/>
          </a:p>
          <a:p>
            <a:pPr>
              <a:buClr>
                <a:srgbClr val="262626"/>
              </a:buClr>
            </a:pPr>
            <a:endParaRPr lang="en-US" dirty="0"/>
          </a:p>
        </p:txBody>
      </p:sp>
      <p:pic>
        <p:nvPicPr>
          <p:cNvPr id="4" name="Picture 3" descr="A sign with a red circle and a red circle with a red circle with a red line with a black and white sign with a red circle with a red circle with a black and white circle with&#10;&#10;Description automatically generated">
            <a:extLst>
              <a:ext uri="{FF2B5EF4-FFF2-40B4-BE49-F238E27FC236}">
                <a16:creationId xmlns:a16="http://schemas.microsoft.com/office/drawing/2014/main" id="{17E36A32-50D1-F982-FB7A-3F5CFBD0FA25}"/>
              </a:ext>
            </a:extLst>
          </p:cNvPr>
          <p:cNvPicPr>
            <a:picLocks noChangeAspect="1"/>
          </p:cNvPicPr>
          <p:nvPr/>
        </p:nvPicPr>
        <p:blipFill>
          <a:blip r:embed="rId2"/>
          <a:stretch>
            <a:fillRect/>
          </a:stretch>
        </p:blipFill>
        <p:spPr>
          <a:xfrm>
            <a:off x="1452283" y="809244"/>
            <a:ext cx="2375141" cy="2539322"/>
          </a:xfrm>
          <a:prstGeom prst="rect">
            <a:avLst/>
          </a:prstGeom>
        </p:spPr>
      </p:pic>
      <p:pic>
        <p:nvPicPr>
          <p:cNvPr id="5" name="Picture 4" descr="A sign with wires coming out of the outlet&#10;&#10;Description automatically generated">
            <a:extLst>
              <a:ext uri="{FF2B5EF4-FFF2-40B4-BE49-F238E27FC236}">
                <a16:creationId xmlns:a16="http://schemas.microsoft.com/office/drawing/2014/main" id="{5AFD8454-9E06-AA46-E80E-7EBFB0DA164A}"/>
              </a:ext>
            </a:extLst>
          </p:cNvPr>
          <p:cNvPicPr>
            <a:picLocks noChangeAspect="1"/>
          </p:cNvPicPr>
          <p:nvPr/>
        </p:nvPicPr>
        <p:blipFill>
          <a:blip r:embed="rId3"/>
          <a:stretch>
            <a:fillRect/>
          </a:stretch>
        </p:blipFill>
        <p:spPr>
          <a:xfrm>
            <a:off x="1129820" y="3509431"/>
            <a:ext cx="3020068" cy="2539323"/>
          </a:xfrm>
          <a:prstGeom prst="rect">
            <a:avLst/>
          </a:prstGeom>
        </p:spPr>
      </p:pic>
    </p:spTree>
    <p:extLst>
      <p:ext uri="{BB962C8B-B14F-4D97-AF65-F5344CB8AC3E}">
        <p14:creationId xmlns:p14="http://schemas.microsoft.com/office/powerpoint/2010/main" val="21559405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2E4E6-AB04-1097-C201-3A277647BC96}"/>
              </a:ext>
            </a:extLst>
          </p:cNvPr>
          <p:cNvSpPr>
            <a:spLocks noGrp="1"/>
          </p:cNvSpPr>
          <p:nvPr>
            <p:ph type="title"/>
          </p:nvPr>
        </p:nvSpPr>
        <p:spPr>
          <a:xfrm>
            <a:off x="6846137" y="727626"/>
            <a:ext cx="4602152" cy="1718225"/>
          </a:xfrm>
        </p:spPr>
        <p:txBody>
          <a:bodyPr>
            <a:normAutofit/>
          </a:bodyPr>
          <a:lstStyle/>
          <a:p>
            <a:r>
              <a:rPr lang="en-US">
                <a:latin typeface="Times New Roman"/>
                <a:cs typeface="Times New Roman"/>
              </a:rPr>
              <a:t>Surf safely </a:t>
            </a:r>
          </a:p>
        </p:txBody>
      </p:sp>
      <p:sp>
        <p:nvSpPr>
          <p:cNvPr id="3" name="Content Placeholder 2">
            <a:extLst>
              <a:ext uri="{FF2B5EF4-FFF2-40B4-BE49-F238E27FC236}">
                <a16:creationId xmlns:a16="http://schemas.microsoft.com/office/drawing/2014/main" id="{DEF73B86-9147-E292-5B05-1516ACA65CE4}"/>
              </a:ext>
            </a:extLst>
          </p:cNvPr>
          <p:cNvSpPr>
            <a:spLocks noGrp="1"/>
          </p:cNvSpPr>
          <p:nvPr>
            <p:ph idx="1"/>
          </p:nvPr>
        </p:nvSpPr>
        <p:spPr>
          <a:xfrm>
            <a:off x="6499774" y="2164847"/>
            <a:ext cx="5294878" cy="4303461"/>
          </a:xfrm>
        </p:spPr>
        <p:txBody>
          <a:bodyPr vert="horz" lIns="91440" tIns="45720" rIns="91440" bIns="45720" rtlCol="0" anchor="t">
            <a:normAutofit/>
          </a:bodyPr>
          <a:lstStyle/>
          <a:p>
            <a:pPr marL="0" indent="0">
              <a:lnSpc>
                <a:spcPct val="90000"/>
              </a:lnSpc>
              <a:buNone/>
            </a:pPr>
            <a:r>
              <a:rPr lang="en-US" dirty="0">
                <a:ea typeface="+mn-lt"/>
                <a:cs typeface="+mn-lt"/>
              </a:rPr>
              <a:t>the practice of using security measures to protect one's computer while surfing the internet.</a:t>
            </a:r>
          </a:p>
          <a:p>
            <a:pPr marL="0" indent="0">
              <a:lnSpc>
                <a:spcPct val="90000"/>
              </a:lnSpc>
              <a:buNone/>
            </a:pPr>
            <a:r>
              <a:rPr lang="en-US" dirty="0">
                <a:ea typeface="+mn-lt"/>
                <a:cs typeface="+mn-lt"/>
              </a:rPr>
              <a:t>The phrase "Surf safely" typically refers to practicing safe behaviors while surfing, whether it's on the internet or in the ocean. In the context of internet safety, it encourages users to be cautious about online activities, protect personal information, and avoid risky behavior. When related to actual surfing, it emphasizes awareness of water conditions, understanding one's skill level, and using appropriate safety gear. Overall, it promotes a mindful and responsible approach to enjoying surfing in any form.</a:t>
            </a:r>
            <a:endParaRPr lang="en-US"/>
          </a:p>
        </p:txBody>
      </p:sp>
      <p:pic>
        <p:nvPicPr>
          <p:cNvPr id="4" name="Picture 3">
            <a:extLst>
              <a:ext uri="{FF2B5EF4-FFF2-40B4-BE49-F238E27FC236}">
                <a16:creationId xmlns:a16="http://schemas.microsoft.com/office/drawing/2014/main" id="{111229C3-5758-68BE-5B36-304D705F7CCF}"/>
              </a:ext>
            </a:extLst>
          </p:cNvPr>
          <p:cNvPicPr>
            <a:picLocks noChangeAspect="1"/>
          </p:cNvPicPr>
          <p:nvPr/>
        </p:nvPicPr>
        <p:blipFill>
          <a:blip r:embed="rId2"/>
          <a:stretch>
            <a:fillRect/>
          </a:stretch>
        </p:blipFill>
        <p:spPr>
          <a:xfrm>
            <a:off x="948252" y="913324"/>
            <a:ext cx="4441339" cy="5075816"/>
          </a:xfrm>
          <a:prstGeom prst="rect">
            <a:avLst/>
          </a:prstGeom>
        </p:spPr>
      </p:pic>
    </p:spTree>
    <p:extLst>
      <p:ext uri="{BB962C8B-B14F-4D97-AF65-F5344CB8AC3E}">
        <p14:creationId xmlns:p14="http://schemas.microsoft.com/office/powerpoint/2010/main" val="9071820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88209-709F-7A84-0279-FBF9E303371C}"/>
              </a:ext>
            </a:extLst>
          </p:cNvPr>
          <p:cNvSpPr>
            <a:spLocks noGrp="1"/>
          </p:cNvSpPr>
          <p:nvPr>
            <p:ph type="title"/>
          </p:nvPr>
        </p:nvSpPr>
        <p:spPr>
          <a:xfrm>
            <a:off x="6579450" y="727627"/>
            <a:ext cx="4957553" cy="1645920"/>
          </a:xfrm>
        </p:spPr>
        <p:txBody>
          <a:bodyPr>
            <a:normAutofit/>
          </a:bodyPr>
          <a:lstStyle/>
          <a:p>
            <a:r>
              <a:rPr lang="en-US">
                <a:ea typeface="+mj-lt"/>
                <a:cs typeface="+mj-lt"/>
              </a:rPr>
              <a:t>Electrical Hazard</a:t>
            </a:r>
            <a:endParaRPr lang="en-US"/>
          </a:p>
        </p:txBody>
      </p:sp>
      <p:sp>
        <p:nvSpPr>
          <p:cNvPr id="3" name="Content Placeholder 2">
            <a:extLst>
              <a:ext uri="{FF2B5EF4-FFF2-40B4-BE49-F238E27FC236}">
                <a16:creationId xmlns:a16="http://schemas.microsoft.com/office/drawing/2014/main" id="{A18FA1C2-A714-4B4C-3070-600D37C29108}"/>
              </a:ext>
            </a:extLst>
          </p:cNvPr>
          <p:cNvSpPr>
            <a:spLocks noGrp="1"/>
          </p:cNvSpPr>
          <p:nvPr>
            <p:ph idx="1"/>
          </p:nvPr>
        </p:nvSpPr>
        <p:spPr>
          <a:xfrm>
            <a:off x="6579450" y="2538919"/>
            <a:ext cx="4957554" cy="3496120"/>
          </a:xfrm>
        </p:spPr>
        <p:txBody>
          <a:bodyPr vert="horz" lIns="91440" tIns="45720" rIns="91440" bIns="45720" rtlCol="0">
            <a:normAutofit/>
          </a:bodyPr>
          <a:lstStyle/>
          <a:p>
            <a:r>
              <a:rPr lang="en" dirty="0">
                <a:latin typeface="Arial"/>
                <a:cs typeface="Arial"/>
              </a:rPr>
              <a:t>What are electrical hazard signs? Electrical hazard signs are a danger sign, meaning they are used to highlight risks that are likely to result in death - in this case, electrical shock. Electrical signs use a yellow triangle with black borders, text and pictograms.</a:t>
            </a:r>
            <a:endParaRPr lang="en-US" dirty="0"/>
          </a:p>
          <a:p>
            <a:pPr>
              <a:buClr>
                <a:srgbClr val="262626"/>
              </a:buClr>
            </a:pPr>
            <a:br>
              <a:rPr lang="en-US" dirty="0"/>
            </a:br>
            <a:endParaRPr lang="en-US" dirty="0"/>
          </a:p>
          <a:p>
            <a:pPr>
              <a:buClr>
                <a:srgbClr val="262626"/>
              </a:buClr>
            </a:pPr>
            <a:endParaRPr lang="en-US" dirty="0"/>
          </a:p>
        </p:txBody>
      </p:sp>
      <p:pic>
        <p:nvPicPr>
          <p:cNvPr id="4" name="Picture 3" descr="A group of warning signs&#10;&#10;Description automatically generated">
            <a:extLst>
              <a:ext uri="{FF2B5EF4-FFF2-40B4-BE49-F238E27FC236}">
                <a16:creationId xmlns:a16="http://schemas.microsoft.com/office/drawing/2014/main" id="{DF28AB5C-7708-4960-AA7C-171E6F319BBD}"/>
              </a:ext>
            </a:extLst>
          </p:cNvPr>
          <p:cNvPicPr>
            <a:picLocks noChangeAspect="1"/>
          </p:cNvPicPr>
          <p:nvPr/>
        </p:nvPicPr>
        <p:blipFill>
          <a:blip r:embed="rId2"/>
          <a:stretch>
            <a:fillRect/>
          </a:stretch>
        </p:blipFill>
        <p:spPr>
          <a:xfrm>
            <a:off x="1204017" y="1389227"/>
            <a:ext cx="4414438" cy="4092354"/>
          </a:xfrm>
          <a:prstGeom prst="rect">
            <a:avLst/>
          </a:prstGeom>
        </p:spPr>
      </p:pic>
    </p:spTree>
    <p:extLst>
      <p:ext uri="{BB962C8B-B14F-4D97-AF65-F5344CB8AC3E}">
        <p14:creationId xmlns:p14="http://schemas.microsoft.com/office/powerpoint/2010/main" val="37950442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9B833-5581-15B9-4D65-558BED1E5BF6}"/>
              </a:ext>
            </a:extLst>
          </p:cNvPr>
          <p:cNvSpPr>
            <a:spLocks noGrp="1"/>
          </p:cNvSpPr>
          <p:nvPr>
            <p:ph type="title"/>
          </p:nvPr>
        </p:nvSpPr>
        <p:spPr>
          <a:xfrm>
            <a:off x="5867874" y="892120"/>
            <a:ext cx="5447250" cy="1645920"/>
          </a:xfrm>
        </p:spPr>
        <p:txBody>
          <a:bodyPr>
            <a:normAutofit/>
          </a:bodyPr>
          <a:lstStyle/>
          <a:p>
            <a:r>
              <a:rPr lang="en-US">
                <a:latin typeface="Times New Roman"/>
                <a:cs typeface="Times New Roman"/>
              </a:rPr>
              <a:t>First Aid</a:t>
            </a:r>
          </a:p>
        </p:txBody>
      </p:sp>
      <p:sp>
        <p:nvSpPr>
          <p:cNvPr id="3" name="Content Placeholder 2">
            <a:extLst>
              <a:ext uri="{FF2B5EF4-FFF2-40B4-BE49-F238E27FC236}">
                <a16:creationId xmlns:a16="http://schemas.microsoft.com/office/drawing/2014/main" id="{A163FEDF-4EC5-8F9E-9B21-C498777AD503}"/>
              </a:ext>
            </a:extLst>
          </p:cNvPr>
          <p:cNvSpPr>
            <a:spLocks noGrp="1"/>
          </p:cNvSpPr>
          <p:nvPr>
            <p:ph idx="1"/>
          </p:nvPr>
        </p:nvSpPr>
        <p:spPr>
          <a:xfrm>
            <a:off x="5867873" y="2679192"/>
            <a:ext cx="5447251" cy="3291840"/>
          </a:xfrm>
        </p:spPr>
        <p:txBody>
          <a:bodyPr vert="horz" lIns="91440" tIns="45720" rIns="91440" bIns="45720" rtlCol="0">
            <a:normAutofit/>
          </a:bodyPr>
          <a:lstStyle/>
          <a:p>
            <a:r>
              <a:rPr lang="en-US">
                <a:ea typeface="+mn-lt"/>
                <a:cs typeface="+mn-lt"/>
              </a:rPr>
              <a:t>The first aid kit sign is a universal sign that signals the direction or location of first aid or safety equipment and other emergency related facilities.</a:t>
            </a:r>
            <a:endParaRPr lang="en-US" dirty="0"/>
          </a:p>
        </p:txBody>
      </p:sp>
      <p:pic>
        <p:nvPicPr>
          <p:cNvPr id="4" name="Picture 3" descr="A green and white sign with a white cross&#10;&#10;Description automatically generated">
            <a:extLst>
              <a:ext uri="{FF2B5EF4-FFF2-40B4-BE49-F238E27FC236}">
                <a16:creationId xmlns:a16="http://schemas.microsoft.com/office/drawing/2014/main" id="{F4A719F6-9877-4833-2E30-F0C510FF2CBE}"/>
              </a:ext>
            </a:extLst>
          </p:cNvPr>
          <p:cNvPicPr>
            <a:picLocks noChangeAspect="1"/>
          </p:cNvPicPr>
          <p:nvPr/>
        </p:nvPicPr>
        <p:blipFill>
          <a:blip r:embed="rId2"/>
          <a:srcRect l="10894" r="8647" b="1"/>
          <a:stretch/>
        </p:blipFill>
        <p:spPr>
          <a:xfrm>
            <a:off x="820198" y="809244"/>
            <a:ext cx="3639312" cy="2539322"/>
          </a:xfrm>
          <a:prstGeom prst="rect">
            <a:avLst/>
          </a:prstGeom>
        </p:spPr>
      </p:pic>
      <p:pic>
        <p:nvPicPr>
          <p:cNvPr id="5" name="Picture 4" descr="A close-up of a sign&#10;&#10;Description automatically generated">
            <a:extLst>
              <a:ext uri="{FF2B5EF4-FFF2-40B4-BE49-F238E27FC236}">
                <a16:creationId xmlns:a16="http://schemas.microsoft.com/office/drawing/2014/main" id="{9F352B4A-9726-6E6E-939A-A882EC66E6B6}"/>
              </a:ext>
            </a:extLst>
          </p:cNvPr>
          <p:cNvPicPr>
            <a:picLocks noChangeAspect="1"/>
          </p:cNvPicPr>
          <p:nvPr/>
        </p:nvPicPr>
        <p:blipFill>
          <a:blip r:embed="rId3"/>
          <a:srcRect l="11262" r="8479"/>
          <a:stretch/>
        </p:blipFill>
        <p:spPr>
          <a:xfrm>
            <a:off x="820198" y="3509431"/>
            <a:ext cx="3639312" cy="2539323"/>
          </a:xfrm>
          <a:prstGeom prst="rect">
            <a:avLst/>
          </a:prstGeom>
        </p:spPr>
      </p:pic>
    </p:spTree>
    <p:extLst>
      <p:ext uri="{BB962C8B-B14F-4D97-AF65-F5344CB8AC3E}">
        <p14:creationId xmlns:p14="http://schemas.microsoft.com/office/powerpoint/2010/main" val="4687095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FE92F-6792-07AC-7B06-0001CB4A44FE}"/>
              </a:ext>
            </a:extLst>
          </p:cNvPr>
          <p:cNvSpPr>
            <a:spLocks noGrp="1"/>
          </p:cNvSpPr>
          <p:nvPr>
            <p:ph type="title"/>
          </p:nvPr>
        </p:nvSpPr>
        <p:spPr>
          <a:xfrm>
            <a:off x="6579450" y="727627"/>
            <a:ext cx="4957553" cy="1645920"/>
          </a:xfrm>
        </p:spPr>
        <p:txBody>
          <a:bodyPr>
            <a:normAutofit/>
          </a:bodyPr>
          <a:lstStyle/>
          <a:p>
            <a:r>
              <a:rPr lang="en-US">
                <a:ea typeface="+mj-lt"/>
                <a:cs typeface="+mj-lt"/>
              </a:rPr>
              <a:t>Emergency Assembly Point</a:t>
            </a:r>
            <a:endParaRPr lang="en-US"/>
          </a:p>
        </p:txBody>
      </p:sp>
      <p:sp>
        <p:nvSpPr>
          <p:cNvPr id="3" name="Content Placeholder 2">
            <a:extLst>
              <a:ext uri="{FF2B5EF4-FFF2-40B4-BE49-F238E27FC236}">
                <a16:creationId xmlns:a16="http://schemas.microsoft.com/office/drawing/2014/main" id="{395697FD-4B94-A690-3878-6B2237075903}"/>
              </a:ext>
            </a:extLst>
          </p:cNvPr>
          <p:cNvSpPr>
            <a:spLocks noGrp="1"/>
          </p:cNvSpPr>
          <p:nvPr>
            <p:ph idx="1"/>
          </p:nvPr>
        </p:nvSpPr>
        <p:spPr>
          <a:xfrm>
            <a:off x="6579450" y="2538919"/>
            <a:ext cx="4957554" cy="3496120"/>
          </a:xfrm>
        </p:spPr>
        <p:txBody>
          <a:bodyPr vert="horz" lIns="91440" tIns="45720" rIns="91440" bIns="45720" rtlCol="0">
            <a:normAutofit/>
          </a:bodyPr>
          <a:lstStyle/>
          <a:p>
            <a:r>
              <a:rPr lang="en">
                <a:latin typeface="Arial"/>
                <a:cs typeface="Arial"/>
              </a:rPr>
              <a:t>These are also referred to as fire assembly signs or even muster point signs, but they all mean the same thing – they show the designated area where you need to gather during an emergency.</a:t>
            </a:r>
            <a:br>
              <a:rPr lang="en-US" dirty="0"/>
            </a:br>
            <a:endParaRPr lang="en-US" dirty="0"/>
          </a:p>
          <a:p>
            <a:pPr>
              <a:buClr>
                <a:srgbClr val="262626"/>
              </a:buClr>
            </a:pPr>
            <a:endParaRPr lang="en-US" dirty="0"/>
          </a:p>
        </p:txBody>
      </p:sp>
      <p:pic>
        <p:nvPicPr>
          <p:cNvPr id="4" name="Picture 3" descr="A green sign with white text&#10;&#10;Description automatically generated">
            <a:extLst>
              <a:ext uri="{FF2B5EF4-FFF2-40B4-BE49-F238E27FC236}">
                <a16:creationId xmlns:a16="http://schemas.microsoft.com/office/drawing/2014/main" id="{7A9B7274-DF48-E3A2-652C-49F856AEAF93}"/>
              </a:ext>
            </a:extLst>
          </p:cNvPr>
          <p:cNvPicPr>
            <a:picLocks noChangeAspect="1"/>
          </p:cNvPicPr>
          <p:nvPr/>
        </p:nvPicPr>
        <p:blipFill>
          <a:blip r:embed="rId2"/>
          <a:stretch>
            <a:fillRect/>
          </a:stretch>
        </p:blipFill>
        <p:spPr>
          <a:xfrm>
            <a:off x="1204017" y="1906701"/>
            <a:ext cx="4414438" cy="3057407"/>
          </a:xfrm>
          <a:prstGeom prst="rect">
            <a:avLst/>
          </a:prstGeom>
        </p:spPr>
      </p:pic>
    </p:spTree>
    <p:extLst>
      <p:ext uri="{BB962C8B-B14F-4D97-AF65-F5344CB8AC3E}">
        <p14:creationId xmlns:p14="http://schemas.microsoft.com/office/powerpoint/2010/main" val="21856800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7A162-4BFA-2F56-F727-F5A9E7828DC2}"/>
              </a:ext>
            </a:extLst>
          </p:cNvPr>
          <p:cNvSpPr>
            <a:spLocks noGrp="1"/>
          </p:cNvSpPr>
          <p:nvPr>
            <p:ph type="title"/>
          </p:nvPr>
        </p:nvSpPr>
        <p:spPr>
          <a:xfrm>
            <a:off x="6846137" y="727626"/>
            <a:ext cx="4602152" cy="1718225"/>
          </a:xfrm>
        </p:spPr>
        <p:txBody>
          <a:bodyPr>
            <a:normAutofit/>
          </a:bodyPr>
          <a:lstStyle/>
          <a:p>
            <a:r>
              <a:rPr lang="en-US">
                <a:ea typeface="+mj-lt"/>
                <a:cs typeface="+mj-lt"/>
              </a:rPr>
              <a:t>Social Distancing</a:t>
            </a:r>
            <a:endParaRPr lang="en-US"/>
          </a:p>
        </p:txBody>
      </p:sp>
      <p:sp>
        <p:nvSpPr>
          <p:cNvPr id="3" name="Content Placeholder 2">
            <a:extLst>
              <a:ext uri="{FF2B5EF4-FFF2-40B4-BE49-F238E27FC236}">
                <a16:creationId xmlns:a16="http://schemas.microsoft.com/office/drawing/2014/main" id="{C7CDCA1D-7610-D0B5-168F-56F4535660CF}"/>
              </a:ext>
            </a:extLst>
          </p:cNvPr>
          <p:cNvSpPr>
            <a:spLocks noGrp="1"/>
          </p:cNvSpPr>
          <p:nvPr>
            <p:ph idx="1"/>
          </p:nvPr>
        </p:nvSpPr>
        <p:spPr>
          <a:xfrm>
            <a:off x="6846137" y="2538919"/>
            <a:ext cx="4602152" cy="3596880"/>
          </a:xfrm>
        </p:spPr>
        <p:txBody>
          <a:bodyPr>
            <a:normAutofit/>
          </a:bodyPr>
          <a:lstStyle/>
          <a:p>
            <a:r>
              <a:rPr lang="en-US">
                <a:latin typeface="Google Sans"/>
              </a:rPr>
              <a:t>Practice Social Distancing While Waiting Signs has the meaning of we must maintain our social distancing and can keep practising our social distancing measures of 2 metres apart whilst and Practice Social Distancing While Waiting Signage conveys the message "Practice Social Distancing While Waiting" which means to keep ...</a:t>
            </a:r>
          </a:p>
          <a:p>
            <a:endParaRPr lang="en-US">
              <a:latin typeface="Google Sans"/>
            </a:endParaRPr>
          </a:p>
          <a:p>
            <a:endParaRPr lang="en-GB">
              <a:latin typeface="Arial"/>
            </a:endParaRPr>
          </a:p>
        </p:txBody>
      </p:sp>
      <p:pic>
        <p:nvPicPr>
          <p:cNvPr id="4" name="Picture 3" descr="A yellow sign with black text and people in the background&#10;&#10;Description automatically generated">
            <a:extLst>
              <a:ext uri="{FF2B5EF4-FFF2-40B4-BE49-F238E27FC236}">
                <a16:creationId xmlns:a16="http://schemas.microsoft.com/office/drawing/2014/main" id="{CD6CE6A0-30E6-AD06-A5EA-28E2BCA14279}"/>
              </a:ext>
            </a:extLst>
          </p:cNvPr>
          <p:cNvPicPr>
            <a:picLocks noChangeAspect="1"/>
          </p:cNvPicPr>
          <p:nvPr/>
        </p:nvPicPr>
        <p:blipFill>
          <a:blip r:embed="rId2"/>
          <a:stretch>
            <a:fillRect/>
          </a:stretch>
        </p:blipFill>
        <p:spPr>
          <a:xfrm>
            <a:off x="882713" y="1165023"/>
            <a:ext cx="4572418" cy="4572418"/>
          </a:xfrm>
          <a:prstGeom prst="rect">
            <a:avLst/>
          </a:prstGeom>
        </p:spPr>
      </p:pic>
    </p:spTree>
    <p:extLst>
      <p:ext uri="{BB962C8B-B14F-4D97-AF65-F5344CB8AC3E}">
        <p14:creationId xmlns:p14="http://schemas.microsoft.com/office/powerpoint/2010/main" val="7675418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31606-4BBD-B3D3-C765-C70F95993A73}"/>
              </a:ext>
            </a:extLst>
          </p:cNvPr>
          <p:cNvSpPr>
            <a:spLocks noGrp="1"/>
          </p:cNvSpPr>
          <p:nvPr>
            <p:ph type="title"/>
          </p:nvPr>
        </p:nvSpPr>
        <p:spPr>
          <a:xfrm>
            <a:off x="6846137" y="727626"/>
            <a:ext cx="4602152" cy="1718225"/>
          </a:xfrm>
        </p:spPr>
        <p:txBody>
          <a:bodyPr>
            <a:normAutofit/>
          </a:bodyPr>
          <a:lstStyle/>
          <a:p>
            <a:r>
              <a:rPr lang="en-US">
                <a:latin typeface="Times New Roman"/>
                <a:cs typeface="Times New Roman"/>
              </a:rPr>
              <a:t>Sanitize Hands</a:t>
            </a:r>
          </a:p>
        </p:txBody>
      </p:sp>
      <p:sp>
        <p:nvSpPr>
          <p:cNvPr id="3" name="Content Placeholder 2">
            <a:extLst>
              <a:ext uri="{FF2B5EF4-FFF2-40B4-BE49-F238E27FC236}">
                <a16:creationId xmlns:a16="http://schemas.microsoft.com/office/drawing/2014/main" id="{96C2F2E6-4EAC-592A-EFA0-8E7BC212997D}"/>
              </a:ext>
            </a:extLst>
          </p:cNvPr>
          <p:cNvSpPr>
            <a:spLocks noGrp="1"/>
          </p:cNvSpPr>
          <p:nvPr>
            <p:ph idx="1"/>
          </p:nvPr>
        </p:nvSpPr>
        <p:spPr>
          <a:xfrm>
            <a:off x="6846137" y="2538919"/>
            <a:ext cx="4602152" cy="3596880"/>
          </a:xfrm>
        </p:spPr>
        <p:txBody>
          <a:bodyPr vert="horz" lIns="91440" tIns="45720" rIns="91440" bIns="45720" rtlCol="0">
            <a:normAutofit/>
          </a:bodyPr>
          <a:lstStyle/>
          <a:p>
            <a:r>
              <a:rPr lang="en">
                <a:latin typeface="Arial"/>
                <a:cs typeface="Arial"/>
              </a:rPr>
              <a:t>These hygiene reminder signs help reduce risk of spreading the virus and other contaminations associated with Hand Hygiene. We have a large range of Wash Your Hands signs and Use Hand </a:t>
            </a:r>
            <a:r>
              <a:rPr lang="en" err="1">
                <a:latin typeface="Arial"/>
                <a:cs typeface="Arial"/>
              </a:rPr>
              <a:t>Sanitiser</a:t>
            </a:r>
            <a:r>
              <a:rPr lang="en">
                <a:latin typeface="Arial"/>
                <a:cs typeface="Arial"/>
              </a:rPr>
              <a:t> Signs available to help keep reminding people of the importance of good hygiene.</a:t>
            </a:r>
            <a:endParaRPr lang="en-US" dirty="0"/>
          </a:p>
          <a:p>
            <a:pPr>
              <a:buClr>
                <a:srgbClr val="262626"/>
              </a:buClr>
            </a:pPr>
            <a:br>
              <a:rPr lang="en-US" dirty="0"/>
            </a:br>
            <a:endParaRPr lang="en-US" dirty="0"/>
          </a:p>
          <a:p>
            <a:pPr>
              <a:buClr>
                <a:srgbClr val="262626"/>
              </a:buClr>
            </a:pPr>
            <a:endParaRPr lang="en-US" dirty="0"/>
          </a:p>
        </p:txBody>
      </p:sp>
      <p:pic>
        <p:nvPicPr>
          <p:cNvPr id="4" name="Picture 3" descr="A blue sign with white text and a hand sanitizer&#10;&#10;Description automatically generated">
            <a:extLst>
              <a:ext uri="{FF2B5EF4-FFF2-40B4-BE49-F238E27FC236}">
                <a16:creationId xmlns:a16="http://schemas.microsoft.com/office/drawing/2014/main" id="{DBB10D16-FB82-8705-12D0-C66213491ADB}"/>
              </a:ext>
            </a:extLst>
          </p:cNvPr>
          <p:cNvPicPr>
            <a:picLocks noChangeAspect="1"/>
          </p:cNvPicPr>
          <p:nvPr/>
        </p:nvPicPr>
        <p:blipFill>
          <a:blip r:embed="rId2"/>
          <a:stretch>
            <a:fillRect/>
          </a:stretch>
        </p:blipFill>
        <p:spPr>
          <a:xfrm>
            <a:off x="1349290" y="913324"/>
            <a:ext cx="3639264" cy="5075816"/>
          </a:xfrm>
          <a:prstGeom prst="rect">
            <a:avLst/>
          </a:prstGeom>
        </p:spPr>
      </p:pic>
    </p:spTree>
    <p:extLst>
      <p:ext uri="{BB962C8B-B14F-4D97-AF65-F5344CB8AC3E}">
        <p14:creationId xmlns:p14="http://schemas.microsoft.com/office/powerpoint/2010/main" val="41362094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DEA7D-5A53-34B8-D38D-E8059B9DD02D}"/>
              </a:ext>
            </a:extLst>
          </p:cNvPr>
          <p:cNvSpPr>
            <a:spLocks noGrp="1"/>
          </p:cNvSpPr>
          <p:nvPr>
            <p:ph type="title"/>
          </p:nvPr>
        </p:nvSpPr>
        <p:spPr>
          <a:xfrm>
            <a:off x="5867874" y="892120"/>
            <a:ext cx="5447250" cy="1645920"/>
          </a:xfrm>
        </p:spPr>
        <p:txBody>
          <a:bodyPr>
            <a:normAutofit/>
          </a:bodyPr>
          <a:lstStyle/>
          <a:p>
            <a:r>
              <a:rPr lang="en-US">
                <a:latin typeface="Times New Roman"/>
                <a:cs typeface="Times New Roman"/>
              </a:rPr>
              <a:t>Wear Face Mask</a:t>
            </a:r>
          </a:p>
        </p:txBody>
      </p:sp>
      <p:sp>
        <p:nvSpPr>
          <p:cNvPr id="3" name="Content Placeholder 2">
            <a:extLst>
              <a:ext uri="{FF2B5EF4-FFF2-40B4-BE49-F238E27FC236}">
                <a16:creationId xmlns:a16="http://schemas.microsoft.com/office/drawing/2014/main" id="{B1BCCCFB-2B5C-A6BC-2F3C-1B877F1AB929}"/>
              </a:ext>
            </a:extLst>
          </p:cNvPr>
          <p:cNvSpPr>
            <a:spLocks noGrp="1"/>
          </p:cNvSpPr>
          <p:nvPr>
            <p:ph idx="1"/>
          </p:nvPr>
        </p:nvSpPr>
        <p:spPr>
          <a:xfrm>
            <a:off x="5867873" y="2679192"/>
            <a:ext cx="5447251" cy="3291840"/>
          </a:xfrm>
        </p:spPr>
        <p:txBody>
          <a:bodyPr vert="horz" lIns="91440" tIns="45720" rIns="91440" bIns="45720" rtlCol="0">
            <a:normAutofit/>
          </a:bodyPr>
          <a:lstStyle/>
          <a:p>
            <a:r>
              <a:rPr lang="en">
                <a:latin typeface="Arial"/>
                <a:cs typeface="Arial"/>
              </a:rPr>
              <a:t>A Wear mask sign is a mandatory message type of personal protective equipment sign which is used for being displayed around areas to instruct and ensure people wear a face mask for their own protection and Wear Face Mask Signs conveys the message "Wear mask" which means it is a mandatory requirement that masks must be ...</a:t>
            </a:r>
            <a:endParaRPr lang="en-US" dirty="0"/>
          </a:p>
          <a:p>
            <a:pPr marL="0" indent="0">
              <a:buClr>
                <a:srgbClr val="262626"/>
              </a:buClr>
              <a:buNone/>
            </a:pPr>
            <a:endParaRPr lang="en-US" dirty="0"/>
          </a:p>
          <a:p>
            <a:pPr>
              <a:buClr>
                <a:srgbClr val="262626"/>
              </a:buClr>
            </a:pPr>
            <a:endParaRPr lang="en-US" dirty="0"/>
          </a:p>
        </p:txBody>
      </p:sp>
      <p:pic>
        <p:nvPicPr>
          <p:cNvPr id="5" name="Picture 4" descr="A sign with a person wearing a face mask&#10;&#10;Description automatically generated">
            <a:extLst>
              <a:ext uri="{FF2B5EF4-FFF2-40B4-BE49-F238E27FC236}">
                <a16:creationId xmlns:a16="http://schemas.microsoft.com/office/drawing/2014/main" id="{7195A94C-631F-758E-CD5B-B5C45EB5B061}"/>
              </a:ext>
            </a:extLst>
          </p:cNvPr>
          <p:cNvPicPr>
            <a:picLocks noChangeAspect="1"/>
          </p:cNvPicPr>
          <p:nvPr/>
        </p:nvPicPr>
        <p:blipFill>
          <a:blip r:embed="rId2"/>
          <a:stretch>
            <a:fillRect/>
          </a:stretch>
        </p:blipFill>
        <p:spPr>
          <a:xfrm>
            <a:off x="654652" y="636716"/>
            <a:ext cx="3826630" cy="2539322"/>
          </a:xfrm>
          <a:prstGeom prst="rect">
            <a:avLst/>
          </a:prstGeom>
        </p:spPr>
      </p:pic>
      <p:pic>
        <p:nvPicPr>
          <p:cNvPr id="4" name="Picture 3" descr="A sign with instructions on it&#10;&#10;Description automatically generated">
            <a:extLst>
              <a:ext uri="{FF2B5EF4-FFF2-40B4-BE49-F238E27FC236}">
                <a16:creationId xmlns:a16="http://schemas.microsoft.com/office/drawing/2014/main" id="{9266591F-20CD-CE7E-C826-B68891CC5D08}"/>
              </a:ext>
            </a:extLst>
          </p:cNvPr>
          <p:cNvPicPr>
            <a:picLocks noChangeAspect="1"/>
          </p:cNvPicPr>
          <p:nvPr/>
        </p:nvPicPr>
        <p:blipFill>
          <a:blip r:embed="rId3"/>
          <a:stretch>
            <a:fillRect/>
          </a:stretch>
        </p:blipFill>
        <p:spPr>
          <a:xfrm>
            <a:off x="651324" y="3034979"/>
            <a:ext cx="4178341" cy="3171926"/>
          </a:xfrm>
          <a:prstGeom prst="rect">
            <a:avLst/>
          </a:prstGeom>
        </p:spPr>
      </p:pic>
    </p:spTree>
    <p:extLst>
      <p:ext uri="{BB962C8B-B14F-4D97-AF65-F5344CB8AC3E}">
        <p14:creationId xmlns:p14="http://schemas.microsoft.com/office/powerpoint/2010/main" val="330767101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04EA891AFE0CE4EB413A59E67E634DD" ma:contentTypeVersion="12" ma:contentTypeDescription="Create a new document." ma:contentTypeScope="" ma:versionID="b579fa26a63aff36baa12327fcdabeda">
  <xsd:schema xmlns:xsd="http://www.w3.org/2001/XMLSchema" xmlns:xs="http://www.w3.org/2001/XMLSchema" xmlns:p="http://schemas.microsoft.com/office/2006/metadata/properties" xmlns:ns2="4f5f7645-70a4-42f0-84b9-1361410b3260" xmlns:ns3="68f0a08c-5022-40fd-a077-44873cfe6bc6" targetNamespace="http://schemas.microsoft.com/office/2006/metadata/properties" ma:root="true" ma:fieldsID="146adda34e4eb58e665fb9c0bc6d7a9d" ns2:_="" ns3:_="">
    <xsd:import namespace="4f5f7645-70a4-42f0-84b9-1361410b3260"/>
    <xsd:import namespace="68f0a08c-5022-40fd-a077-44873cfe6bc6"/>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f5f7645-70a4-42f0-84b9-1361410b3260"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c245bb19-e49b-42ae-bc08-39ac8f8dc3e0" ma:termSetId="09814cd3-568e-fe90-9814-8d621ff8fb84" ma:anchorId="fba54fb3-c3e1-fe81-a776-ca4b69148c4d" ma:open="true" ma:isKeyword="false">
      <xsd:complexType>
        <xsd:sequence>
          <xsd:element ref="pc:Terms" minOccurs="0" maxOccurs="1"/>
        </xsd:sequence>
      </xsd:complex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8f0a08c-5022-40fd-a077-44873cfe6bc6"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cc7cff34-568e-4e29-a7b6-9b67696f2e47}" ma:internalName="TaxCatchAll" ma:showField="CatchAllData" ma:web="68f0a08c-5022-40fd-a077-44873cfe6bc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68f0a08c-5022-40fd-a077-44873cfe6bc6" xsi:nil="true"/>
    <lcf76f155ced4ddcb4097134ff3c332f xmlns="4f5f7645-70a4-42f0-84b9-1361410b3260">
      <Terms xmlns="http://schemas.microsoft.com/office/infopath/2007/PartnerControls"/>
    </lcf76f155ced4ddcb4097134ff3c332f>
    <ReferenceId xmlns="4f5f7645-70a4-42f0-84b9-1361410b3260" xsi:nil="true"/>
  </documentManagement>
</p:properties>
</file>

<file path=customXml/itemProps1.xml><?xml version="1.0" encoding="utf-8"?>
<ds:datastoreItem xmlns:ds="http://schemas.openxmlformats.org/officeDocument/2006/customXml" ds:itemID="{A8E9C9AA-A031-4B94-A9E8-3F0328B68D55}">
  <ds:schemaRefs>
    <ds:schemaRef ds:uri="http://schemas.microsoft.com/sharepoint/v3/contenttype/forms"/>
  </ds:schemaRefs>
</ds:datastoreItem>
</file>

<file path=customXml/itemProps2.xml><?xml version="1.0" encoding="utf-8"?>
<ds:datastoreItem xmlns:ds="http://schemas.openxmlformats.org/officeDocument/2006/customXml" ds:itemID="{CF2C179A-ECB8-4696-A6AD-1C7FF5B0772A}"/>
</file>

<file path=customXml/itemProps3.xml><?xml version="1.0" encoding="utf-8"?>
<ds:datastoreItem xmlns:ds="http://schemas.openxmlformats.org/officeDocument/2006/customXml" ds:itemID="{48662607-CF16-4250-96F8-5784781C27A8}"/>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Organic</vt:lpstr>
      <vt:lpstr>Safety Equipment</vt:lpstr>
      <vt:lpstr>Fire Extinguishers </vt:lpstr>
      <vt:lpstr>Fire Alarms</vt:lpstr>
      <vt:lpstr>smoke detector</vt:lpstr>
      <vt:lpstr>Burglar Alarms</vt:lpstr>
      <vt:lpstr>Non-Skid Mats </vt:lpstr>
      <vt:lpstr>Door Chains</vt:lpstr>
      <vt:lpstr> lectronic Locks</vt:lpstr>
      <vt:lpstr>      Safety Signs </vt:lpstr>
      <vt:lpstr>Sign: No food or Drink </vt:lpstr>
      <vt:lpstr>No smoking</vt:lpstr>
      <vt:lpstr>No entry authorized personnel only</vt:lpstr>
      <vt:lpstr>Exit</vt:lpstr>
      <vt:lpstr>NO Running</vt:lpstr>
      <vt:lpstr>Keep work area tidy</vt:lpstr>
      <vt:lpstr>Shut down computer after use</vt:lpstr>
      <vt:lpstr>Do not overload electrical sockets</vt:lpstr>
      <vt:lpstr>Surf safely </vt:lpstr>
      <vt:lpstr>Electrical Hazard</vt:lpstr>
      <vt:lpstr>First Aid</vt:lpstr>
      <vt:lpstr>Emergency Assembly Point</vt:lpstr>
      <vt:lpstr>Social Distancing</vt:lpstr>
      <vt:lpstr>Sanitize Hands</vt:lpstr>
      <vt:lpstr>Wear Face Mask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388</cp:revision>
  <dcterms:created xsi:type="dcterms:W3CDTF">2024-10-17T17:53:26Z</dcterms:created>
  <dcterms:modified xsi:type="dcterms:W3CDTF">2024-10-28T15:12:57Z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0x010100104EA891AFE0CE4EB413A59E67E634DD</vt:lpwstr>
  </property>
</Properties>
</file>